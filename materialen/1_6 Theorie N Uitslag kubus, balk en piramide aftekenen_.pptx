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0" r:id="rId5"/>
    <p:sldId id="267" r:id="rId6"/>
    <p:sldId id="275" r:id="rId7"/>
    <p:sldId id="276" r:id="rId8"/>
    <p:sldId id="274" r:id="rId9"/>
    <p:sldId id="277" r:id="rId10"/>
    <p:sldId id="278" r:id="rId11"/>
    <p:sldId id="269" r:id="rId12"/>
    <p:sldId id="270" r:id="rId13"/>
    <p:sldId id="280" r:id="rId14"/>
    <p:sldId id="281" r:id="rId15"/>
    <p:sldId id="282" r:id="rId16"/>
    <p:sldId id="283" r:id="rId17"/>
    <p:sldId id="272" r:id="rId18"/>
    <p:sldId id="284" r:id="rId19"/>
  </p:sldIdLst>
  <p:sldSz cx="12192000" cy="6858000"/>
  <p:notesSz cx="6858000" cy="9144000"/>
  <p:embeddedFontLst>
    <p:embeddedFont>
      <p:font typeface="Tahoma" panose="020B0604030504040204" pitchFamily="34" charset="0"/>
      <p:regular r:id="rId22"/>
      <p:bold r:id="rId23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AEECD"/>
    <a:srgbClr val="F78D8D"/>
    <a:srgbClr val="9DC3E6"/>
    <a:srgbClr val="FFFF00"/>
    <a:srgbClr val="92D050"/>
    <a:srgbClr val="F9B000"/>
    <a:srgbClr val="A97D7E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83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19:34.767" v="13" actId="1036"/>
      <pc:docMkLst>
        <pc:docMk/>
      </pc:docMkLst>
      <pc:sldChg chg="modSp mod">
        <pc:chgData name="David Hoksbergen" userId="fea57724-933b-4009-85de-d6e631dbc231" providerId="ADAL" clId="{0593DD17-017D-4879-923D-48F6DB4E361D}" dt="2026-02-24T08:19:34.767" v="13" actId="1036"/>
        <pc:sldMkLst>
          <pc:docMk/>
          <pc:sldMk cId="199520174" sldId="284"/>
        </pc:sldMkLst>
        <pc:spChg chg="mod">
          <ac:chgData name="David Hoksbergen" userId="fea57724-933b-4009-85de-d6e631dbc231" providerId="ADAL" clId="{0593DD17-017D-4879-923D-48F6DB4E361D}" dt="2026-02-24T08:19:11.251" v="0" actId="208"/>
          <ac:spMkLst>
            <pc:docMk/>
            <pc:sldMk cId="199520174" sldId="284"/>
            <ac:spMk id="9" creationId="{568F8DD4-21E1-7427-0C5A-2E7B823219B6}"/>
          </ac:spMkLst>
        </pc:spChg>
        <pc:spChg chg="mod">
          <ac:chgData name="David Hoksbergen" userId="fea57724-933b-4009-85de-d6e631dbc231" providerId="ADAL" clId="{0593DD17-017D-4879-923D-48F6DB4E361D}" dt="2026-02-24T08:19:11.251" v="0" actId="208"/>
          <ac:spMkLst>
            <pc:docMk/>
            <pc:sldMk cId="199520174" sldId="284"/>
            <ac:spMk id="10" creationId="{F0F6DF1A-4749-E288-199D-744DBB5C7969}"/>
          </ac:spMkLst>
        </pc:spChg>
        <pc:spChg chg="mod">
          <ac:chgData name="David Hoksbergen" userId="fea57724-933b-4009-85de-d6e631dbc231" providerId="ADAL" clId="{0593DD17-017D-4879-923D-48F6DB4E361D}" dt="2026-02-24T08:19:11.251" v="0" actId="208"/>
          <ac:spMkLst>
            <pc:docMk/>
            <pc:sldMk cId="199520174" sldId="284"/>
            <ac:spMk id="11" creationId="{E9A6D21A-F8AB-6939-41C8-20DF375D5209}"/>
          </ac:spMkLst>
        </pc:spChg>
        <pc:spChg chg="mod">
          <ac:chgData name="David Hoksbergen" userId="fea57724-933b-4009-85de-d6e631dbc231" providerId="ADAL" clId="{0593DD17-017D-4879-923D-48F6DB4E361D}" dt="2026-02-24T08:19:28.550" v="8" actId="1038"/>
          <ac:spMkLst>
            <pc:docMk/>
            <pc:sldMk cId="199520174" sldId="284"/>
            <ac:spMk id="15" creationId="{80584C48-9EB2-31E6-D8F4-1E3AF0218B5C}"/>
          </ac:spMkLst>
        </pc:spChg>
        <pc:spChg chg="mod">
          <ac:chgData name="David Hoksbergen" userId="fea57724-933b-4009-85de-d6e631dbc231" providerId="ADAL" clId="{0593DD17-017D-4879-923D-48F6DB4E361D}" dt="2026-02-24T08:19:34.767" v="13" actId="1036"/>
          <ac:spMkLst>
            <pc:docMk/>
            <pc:sldMk cId="199520174" sldId="284"/>
            <ac:spMk id="16" creationId="{728AADED-30D0-F5D3-B24B-CA690F3F3306}"/>
          </ac:spMkLst>
        </pc:spChg>
      </pc:sldChg>
    </pc:docChg>
  </pc:docChgLst>
  <pc:docChgLst>
    <pc:chgData name="Hendrik Jan Smit" userId="5571e904-965a-470c-bee8-b4b564478074" providerId="ADAL" clId="{AD435786-79FD-4B1F-A00C-E4AB57F2166C}"/>
    <pc:docChg chg="undo custSel modSld">
      <pc:chgData name="Hendrik Jan Smit" userId="5571e904-965a-470c-bee8-b4b564478074" providerId="ADAL" clId="{AD435786-79FD-4B1F-A00C-E4AB57F2166C}" dt="2026-02-10T13:22:52.249" v="22" actId="1038"/>
      <pc:docMkLst>
        <pc:docMk/>
      </pc:docMkLst>
      <pc:sldChg chg="modSp mod">
        <pc:chgData name="Hendrik Jan Smit" userId="5571e904-965a-470c-bee8-b4b564478074" providerId="ADAL" clId="{AD435786-79FD-4B1F-A00C-E4AB57F2166C}" dt="2026-02-10T13:19:30.741" v="12" actId="1076"/>
        <pc:sldMkLst>
          <pc:docMk/>
          <pc:sldMk cId="1045815674" sldId="281"/>
        </pc:sldMkLst>
        <pc:graphicFrameChg chg="mod modGraphic">
          <ac:chgData name="Hendrik Jan Smit" userId="5571e904-965a-470c-bee8-b4b564478074" providerId="ADAL" clId="{AD435786-79FD-4B1F-A00C-E4AB57F2166C}" dt="2026-02-10T13:19:30.741" v="12" actId="1076"/>
          <ac:graphicFrameMkLst>
            <pc:docMk/>
            <pc:sldMk cId="1045815674" sldId="281"/>
            <ac:graphicFrameMk id="7" creationId="{AFAFEAE3-3EE3-D295-EA3C-0A8B068138EF}"/>
          </ac:graphicFrameMkLst>
        </pc:graphicFrameChg>
      </pc:sldChg>
      <pc:sldChg chg="addSp delSp modSp mod modAnim">
        <pc:chgData name="Hendrik Jan Smit" userId="5571e904-965a-470c-bee8-b4b564478074" providerId="ADAL" clId="{AD435786-79FD-4B1F-A00C-E4AB57F2166C}" dt="2026-02-10T13:19:53.627" v="15"/>
        <pc:sldMkLst>
          <pc:docMk/>
          <pc:sldMk cId="1890326029" sldId="283"/>
        </pc:sldMkLst>
        <pc:spChg chg="add mod">
          <ac:chgData name="Hendrik Jan Smit" userId="5571e904-965a-470c-bee8-b4b564478074" providerId="ADAL" clId="{AD435786-79FD-4B1F-A00C-E4AB57F2166C}" dt="2026-02-10T13:19:49.553" v="14"/>
          <ac:spMkLst>
            <pc:docMk/>
            <pc:sldMk cId="1890326029" sldId="283"/>
            <ac:spMk id="26" creationId="{59A9F482-A9DC-862B-88C1-50E4CB2EC4BF}"/>
          </ac:spMkLst>
        </pc:spChg>
      </pc:sldChg>
      <pc:sldChg chg="modSp mod">
        <pc:chgData name="Hendrik Jan Smit" userId="5571e904-965a-470c-bee8-b4b564478074" providerId="ADAL" clId="{AD435786-79FD-4B1F-A00C-E4AB57F2166C}" dt="2026-02-10T13:22:52.249" v="22" actId="1038"/>
        <pc:sldMkLst>
          <pc:docMk/>
          <pc:sldMk cId="199520174" sldId="284"/>
        </pc:sldMkLst>
        <pc:spChg chg="mod">
          <ac:chgData name="Hendrik Jan Smit" userId="5571e904-965a-470c-bee8-b4b564478074" providerId="ADAL" clId="{AD435786-79FD-4B1F-A00C-E4AB57F2166C}" dt="2026-02-10T13:22:52.249" v="22" actId="1038"/>
          <ac:spMkLst>
            <pc:docMk/>
            <pc:sldMk cId="199520174" sldId="284"/>
            <ac:spMk id="12" creationId="{B9436D76-0D3F-0CDC-4284-9078A9C24B61}"/>
          </ac:spMkLst>
        </pc:spChg>
        <pc:spChg chg="mod">
          <ac:chgData name="Hendrik Jan Smit" userId="5571e904-965a-470c-bee8-b4b564478074" providerId="ADAL" clId="{AD435786-79FD-4B1F-A00C-E4AB57F2166C}" dt="2026-02-10T13:22:36.271" v="19" actId="1036"/>
          <ac:spMkLst>
            <pc:docMk/>
            <pc:sldMk cId="199520174" sldId="284"/>
            <ac:spMk id="13" creationId="{5E60F4FE-F185-B730-2DA5-2F836577AA6E}"/>
          </ac:spMkLst>
        </pc:spChg>
        <pc:spChg chg="mod">
          <ac:chgData name="Hendrik Jan Smit" userId="5571e904-965a-470c-bee8-b4b564478074" providerId="ADAL" clId="{AD435786-79FD-4B1F-A00C-E4AB57F2166C}" dt="2026-02-10T13:21:28.912" v="16" actId="207"/>
          <ac:spMkLst>
            <pc:docMk/>
            <pc:sldMk cId="199520174" sldId="284"/>
            <ac:spMk id="14" creationId="{AA1C6D0E-7709-FC47-C82C-7D9E2BD08091}"/>
          </ac:spMkLst>
        </pc:spChg>
        <pc:spChg chg="mod">
          <ac:chgData name="Hendrik Jan Smit" userId="5571e904-965a-470c-bee8-b4b564478074" providerId="ADAL" clId="{AD435786-79FD-4B1F-A00C-E4AB57F2166C}" dt="2026-02-10T13:21:28.912" v="16" actId="207"/>
          <ac:spMkLst>
            <pc:docMk/>
            <pc:sldMk cId="199520174" sldId="284"/>
            <ac:spMk id="15" creationId="{80584C48-9EB2-31E6-D8F4-1E3AF0218B5C}"/>
          </ac:spMkLst>
        </pc:spChg>
        <pc:spChg chg="mod">
          <ac:chgData name="Hendrik Jan Smit" userId="5571e904-965a-470c-bee8-b4b564478074" providerId="ADAL" clId="{AD435786-79FD-4B1F-A00C-E4AB57F2166C}" dt="2026-02-10T13:22:36.271" v="19" actId="1036"/>
          <ac:spMkLst>
            <pc:docMk/>
            <pc:sldMk cId="199520174" sldId="284"/>
            <ac:spMk id="16" creationId="{728AADED-30D0-F5D3-B24B-CA690F3F3306}"/>
          </ac:spMkLst>
        </pc:spChg>
        <pc:spChg chg="mod">
          <ac:chgData name="Hendrik Jan Smit" userId="5571e904-965a-470c-bee8-b4b564478074" providerId="ADAL" clId="{AD435786-79FD-4B1F-A00C-E4AB57F2166C}" dt="2026-02-10T13:22:48.250" v="20" actId="1036"/>
          <ac:spMkLst>
            <pc:docMk/>
            <pc:sldMk cId="199520174" sldId="284"/>
            <ac:spMk id="17" creationId="{D7224651-3652-A351-061E-8FB80A35478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1BB6A-67DD-4243-90C8-B0E8B04852BA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245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1.6 Uitslagen aftekenen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b="1" dirty="0"/>
              <a:t>Theorie N Uitslag kubus, balk en piramide aftekenen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Van welke ruimtefiguur is een uitslag getekend?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45670" y="1397446"/>
            <a:ext cx="943938" cy="216885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2523266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274940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piramide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297555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kubus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 descr="Afbeelding met plein, schermopname, Rechthoek, lijn&#10;&#10;Door AI gegenereerde inhoud is mogelijk onjuist.">
            <a:extLst>
              <a:ext uri="{FF2B5EF4-FFF2-40B4-BE49-F238E27FC236}">
                <a16:creationId xmlns:a16="http://schemas.microsoft.com/office/drawing/2014/main" id="{1CC87F33-1071-E519-E086-7D5CC3D4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53" y="2184875"/>
            <a:ext cx="3573007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FFFCE-461F-4260-40B6-197DD3E2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4D934AB-05AF-681D-4B9B-0E66DEB1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9ADFA9-77C5-1306-2B71-E1B2C878DD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Van welke ruimtefiguur is een uitslag getekend?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5EBBBE-051F-149A-9ED8-F771E424FD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03568" y="2987123"/>
            <a:ext cx="1028142" cy="216885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F8CD2C-2356-DC8B-7FE5-8C8AF6904E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597B7F1-F1F2-789F-BF72-2A8D589D98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2523266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7F56A126-D2FF-77B2-32D5-D2DE4AC23B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274940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piramide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385E3858-41C8-CD71-B9B6-1846CE013D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297555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kubus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D17BF8D9-29B8-621B-BA65-2A08BFFD2A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3E880413-4D55-E027-47AF-367688FECA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E2D49B5-785E-8E6E-8E63-CF32499B3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1253" y="2407424"/>
            <a:ext cx="3573007" cy="26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2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93E2-29AF-B698-C079-BD8F6BA0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FAA6F86-4762-5C12-EF17-4D032A66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A92297-3B54-5434-C732-794FD7935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Van welke ruimtefiguur is een uitslag getekend?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F987240-C134-1F81-FAA9-84CD0BD1BE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156121" y="1912211"/>
            <a:ext cx="1028142" cy="27494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65ADF65-98C9-E038-236E-564F002E16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D557BE78-A1C6-4B7A-F645-026FD44644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2523266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302AE4A-6030-D7CA-F337-15B0D5649D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274940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piramide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306CA344-0EDF-9FAA-10FA-C1FDF72565C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297555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kubus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FAF00E82-BA94-EC71-0951-883439250C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0753F6EC-7240-5294-FB58-F5DD6612C47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4B8A36D-127D-F6C2-3837-399AFDBF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71756" y="2184875"/>
            <a:ext cx="3132000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49ED-BEA3-70DC-28AB-CF605EB8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D662C76-163E-118D-1312-1AB51879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059BBC6-398E-7557-4773-639A9F2B9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Hoeveel zijvlakken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AD90582-7B9C-48BC-8C6D-9617C1FB8F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29175" y="3193274"/>
            <a:ext cx="1000048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5ED9D06-A479-E7AB-003F-FF5FD2FE9E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98A52D3-3971-49F8-6E40-085D69EABB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7CD8AC65-D066-122A-B63F-A45EC0609A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3343C3CE-B8C1-8698-72E7-7AFBC4661D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135D275-1B3B-20DA-E975-6E49953B7C7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0979" y="4567206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7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6E14FC4-68DB-8AF5-4F87-15FF24D731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EE15ECD9-4204-8663-85C6-8B95AEEB81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E130853-7A76-7A45-E9E3-14238B680D3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57594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lijn, diagram, Rechthoek, ontwerp&#10;&#10;Door AI gegenereerde inhoud is mogelijk onjuist.">
            <a:extLst>
              <a:ext uri="{FF2B5EF4-FFF2-40B4-BE49-F238E27FC236}">
                <a16:creationId xmlns:a16="http://schemas.microsoft.com/office/drawing/2014/main" id="{12105296-8AC2-7EEB-2BC3-417B9160F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919" y="2230921"/>
            <a:ext cx="3481984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1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E4F0-DFE1-40A3-7BF6-4BC6C7D1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512DCDC-BFAD-E558-CDFC-73082B1B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A3608E-7FE2-A208-ABCD-BD0387182E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Hoeveel zijvlakken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D50ECE-D71E-A43E-C676-B436928B8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730688" y="3184535"/>
            <a:ext cx="797022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3E0B555-30E2-A14A-8B9B-7408F64E1E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0454471-7C5A-3F72-A551-0E76DC121A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6C10C5C-D75E-706B-BB86-08F110C1F1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2F0C8215-4DDC-20A1-A7C0-7D1C053A85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C2045384-8AC0-3D5B-8E50-848CC0B36E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0979" y="4567206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7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11D0F44-E946-96E7-91E7-A42E35B653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FF5E226E-7B08-0666-880F-EF1DFC5A7EE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ED66387-DF1D-1027-87C4-183590DA32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57594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C88D33A-75E4-1C67-FFCC-BE4BE963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0919" y="2614267"/>
            <a:ext cx="3481984" cy="232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8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4DEE-CC26-A2D8-0C75-74024985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2DA0E50-7923-2DD6-15AC-858F2770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387EE2-E8F9-8322-4EEE-01C3371344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842093" cy="4695189"/>
          </a:xfrm>
        </p:spPr>
        <p:txBody>
          <a:bodyPr/>
          <a:lstStyle/>
          <a:p>
            <a:r>
              <a:rPr lang="nl-NL" dirty="0"/>
              <a:t>Hoeveel zijvlakken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85D1662-954A-4F89-37F6-3025C567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728294" y="2389695"/>
            <a:ext cx="801394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E726219-FB91-464C-118B-3CFC185B25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1848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07B8EE4-2587-2325-0863-6DA2E75637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0979" y="2184875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9F691BD-D47B-10BE-9435-96FBA09EB3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30979" y="298189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09E2CA48-1339-FCD5-1C8B-8CE2217997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0979" y="3774552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A1F7E544-23D7-E08F-CB25-0B25A1E667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0979" y="4567206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7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5F4FB869-9DE5-0525-187C-AA23F8D488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8189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BC5BDD56-BA02-72FA-BDD7-A0F20E5AE4A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7892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4D249EA-CA63-6E2C-DC9B-7732317DBE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57594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53CE6DA-9657-EAA8-53C8-A7419BC2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0919" y="2614267"/>
            <a:ext cx="3481984" cy="232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9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705492" cy="4411875"/>
          </a:xfrm>
        </p:spPr>
        <p:txBody>
          <a:bodyPr>
            <a:normAutofit/>
          </a:bodyPr>
          <a:lstStyle/>
          <a:p>
            <a:r>
              <a:rPr lang="nl-NL" dirty="0"/>
              <a:t>Hieronder zie je een kubus en een piramide met daarnaast een uitslag.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Bij de hoekpunten van de ruimtefiguren staan letters.</a:t>
            </a:r>
          </a:p>
          <a:p>
            <a:r>
              <a:rPr lang="nl-NL" dirty="0"/>
              <a:t>Daarom staan er ook letters bij de hoekpunten van de uitslagen.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754768"/>
            <a:ext cx="11069286" cy="738099"/>
          </a:xfrm>
        </p:spPr>
        <p:txBody>
          <a:bodyPr anchor="t">
            <a:normAutofit/>
          </a:bodyPr>
          <a:lstStyle/>
          <a:p>
            <a:r>
              <a:rPr lang="nl-NL" b="1" dirty="0"/>
              <a:t>Leerdoel</a:t>
            </a:r>
            <a:r>
              <a:rPr lang="nl-NL" dirty="0"/>
              <a:t>  Je kunt een uitslag van een kubus, een balk en een piramide aftekenen en letters bij de  	  	   hoekpunten zetten.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72431849-B2C1-4A6F-F01C-535B40068B86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8584052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600" b="1" dirty="0"/>
              <a:t>Theorie N Uitslag kubus, balk en piramide aftekenen</a:t>
            </a:r>
          </a:p>
        </p:txBody>
      </p:sp>
      <p:pic>
        <p:nvPicPr>
          <p:cNvPr id="5" name="Afbeelding 4" descr="Afbeelding met diagram, schets, lijn&#10;&#10;Door AI gegenereerde inhoud is mogelijk onjuist.">
            <a:extLst>
              <a:ext uri="{FF2B5EF4-FFF2-40B4-BE49-F238E27FC236}">
                <a16:creationId xmlns:a16="http://schemas.microsoft.com/office/drawing/2014/main" id="{822747F9-F10B-B590-F849-A8334830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411" y="2241124"/>
            <a:ext cx="4268452" cy="1692000"/>
          </a:xfrm>
          <a:prstGeom prst="rect">
            <a:avLst/>
          </a:prstGeom>
        </p:spPr>
      </p:pic>
      <p:pic>
        <p:nvPicPr>
          <p:cNvPr id="7" name="Afbeelding 6" descr="Afbeelding met lijn, driehoek, diagram, origami&#10;&#10;Door AI gegenereerde inhoud is mogelijk onjuist.">
            <a:extLst>
              <a:ext uri="{FF2B5EF4-FFF2-40B4-BE49-F238E27FC236}">
                <a16:creationId xmlns:a16="http://schemas.microsoft.com/office/drawing/2014/main" id="{9AA62C08-B067-9E30-972C-C1A84F37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2375" y="2161963"/>
            <a:ext cx="4514975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BF23BD0-174B-CC77-7830-6B82B409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9DBAA07-22D1-4A47-62B5-DBC8D2311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1562100"/>
            <a:ext cx="10537677" cy="186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Teken de uitslag van balk </a:t>
            </a:r>
            <a:r>
              <a:rPr lang="nl-NL" i="1" dirty="0"/>
              <a:t>PQRS TUVW </a:t>
            </a:r>
            <a:r>
              <a:rPr lang="nl-NL" dirty="0"/>
              <a:t>verder af.</a:t>
            </a:r>
            <a:br>
              <a:rPr lang="nl-NL" dirty="0"/>
            </a:br>
            <a:r>
              <a:rPr lang="nl-NL" dirty="0"/>
              <a:t>Zet letters bij alle hoekpunten van de uitslag.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63BDB54E-B8A9-A104-872A-D30A4F11EDC1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84781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Uitslag balk aftekenen</a:t>
            </a:r>
          </a:p>
        </p:txBody>
      </p:sp>
      <p:pic>
        <p:nvPicPr>
          <p:cNvPr id="5" name="Afbeelding 4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3D38E9F2-66E0-640B-0FBF-F66B3C31154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27634" y="2495550"/>
            <a:ext cx="2227751" cy="2412000"/>
          </a:xfrm>
          <a:prstGeom prst="rect">
            <a:avLst/>
          </a:prstGeom>
        </p:spPr>
      </p:pic>
      <p:pic>
        <p:nvPicPr>
          <p:cNvPr id="10" name="Afbeelding 9" descr="Afbeelding met lijn, diagram, Parallel, Perceel&#10;&#10;Door AI gegenereerde inhoud is mogelijk onjuist.">
            <a:extLst>
              <a:ext uri="{FF2B5EF4-FFF2-40B4-BE49-F238E27FC236}">
                <a16:creationId xmlns:a16="http://schemas.microsoft.com/office/drawing/2014/main" id="{EC3061ED-1161-1CCF-D3B8-4E7BCF737A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7708" y="2910582"/>
            <a:ext cx="6911939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6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75E7-2FCF-2BFF-0FCA-5474411A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F384946-144D-0A7F-A3DC-2B44E67A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D0D0E1D-0B37-9AD8-BAEB-F7ADA132E6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1496456"/>
            <a:ext cx="10537677" cy="186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In de uitslag moeten de rechthoeken </a:t>
            </a:r>
            <a:r>
              <a:rPr lang="nl-NL" i="1" dirty="0"/>
              <a:t>PSWT</a:t>
            </a:r>
            <a:r>
              <a:rPr lang="nl-NL" dirty="0"/>
              <a:t>, </a:t>
            </a:r>
            <a:r>
              <a:rPr lang="nl-NL" i="1" dirty="0"/>
              <a:t>TUVW</a:t>
            </a:r>
            <a:r>
              <a:rPr lang="nl-NL" dirty="0"/>
              <a:t> en </a:t>
            </a:r>
            <a:r>
              <a:rPr lang="nl-NL" i="1" dirty="0"/>
              <a:t>PQUT</a:t>
            </a:r>
            <a:r>
              <a:rPr lang="nl-NL" dirty="0"/>
              <a:t> nog getekend worden.</a:t>
            </a:r>
          </a:p>
          <a:p>
            <a:pPr marL="0" indent="0">
              <a:buNone/>
            </a:pPr>
            <a:r>
              <a:rPr lang="nl-NL" dirty="0"/>
              <a:t>De zijvlakken die tegenover elkaar liggen zijn even groot.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92468F76-BCA5-C8A3-E999-E4409A649036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84781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Uitslag balk aftekenen</a:t>
            </a:r>
          </a:p>
        </p:txBody>
      </p:sp>
      <p:pic>
        <p:nvPicPr>
          <p:cNvPr id="5" name="Afbeelding 4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4F742C50-95F8-5F41-9C0D-33A1BB03557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8073" y="2883900"/>
            <a:ext cx="2227751" cy="2412000"/>
          </a:xfrm>
          <a:prstGeom prst="rect">
            <a:avLst/>
          </a:prstGeom>
        </p:spPr>
      </p:pic>
      <p:pic>
        <p:nvPicPr>
          <p:cNvPr id="10" name="Afbeelding 9" descr="Afbeelding met lijn, diagram, Parallel, Perceel&#10;&#10;Door AI gegenereerde inhoud is mogelijk onjuist.">
            <a:extLst>
              <a:ext uri="{FF2B5EF4-FFF2-40B4-BE49-F238E27FC236}">
                <a16:creationId xmlns:a16="http://schemas.microsoft.com/office/drawing/2014/main" id="{DF927C44-CA03-F431-6E76-5665C60FD1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7708" y="2910582"/>
            <a:ext cx="6911939" cy="3101609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0F01EBD-F003-EE6D-4C39-9DFB4A65C985}"/>
              </a:ext>
            </a:extLst>
          </p:cNvPr>
          <p:cNvSpPr txBox="1"/>
          <p:nvPr/>
        </p:nvSpPr>
        <p:spPr>
          <a:xfrm>
            <a:off x="806246" y="977325"/>
            <a:ext cx="1759975" cy="584775"/>
          </a:xfrm>
          <a:prstGeom prst="rect">
            <a:avLst/>
          </a:prstGeom>
          <a:solidFill>
            <a:srgbClr val="EAEECD"/>
          </a:solidFill>
        </p:spPr>
        <p:txBody>
          <a:bodyPr wrap="square" rtlCol="0">
            <a:spAutoFit/>
          </a:bodyPr>
          <a:lstStyle/>
          <a:p>
            <a:r>
              <a:rPr lang="nl-NL" sz="3200" i="1" dirty="0"/>
              <a:t>Aanpak</a:t>
            </a:r>
          </a:p>
        </p:txBody>
      </p:sp>
    </p:spTree>
    <p:extLst>
      <p:ext uri="{BB962C8B-B14F-4D97-AF65-F5344CB8AC3E}">
        <p14:creationId xmlns:p14="http://schemas.microsoft.com/office/powerpoint/2010/main" val="340457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C5E7-B2E4-3DCE-793E-CB89B7A9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735EB26-91D6-E3C8-87D0-92307E7E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DE8A8C8-8666-B374-AC87-DFFB5C87E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1496456"/>
            <a:ext cx="10537677" cy="186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Teken rechthoek </a:t>
            </a:r>
            <a:r>
              <a:rPr lang="nl-NL" i="1" dirty="0"/>
              <a:t>PSWT</a:t>
            </a:r>
            <a:r>
              <a:rPr lang="nl-NL" dirty="0"/>
              <a:t> vast aan zijde </a:t>
            </a:r>
            <a:r>
              <a:rPr lang="nl-NL" i="1" dirty="0"/>
              <a:t>PS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686165C-847B-D5BE-AEFE-5B5C8FDD6BA7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84781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Uitslag balk aftekenen</a:t>
            </a:r>
          </a:p>
        </p:txBody>
      </p:sp>
      <p:pic>
        <p:nvPicPr>
          <p:cNvPr id="5" name="Afbeelding 4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CB8F2605-AEE3-9067-45F1-3DF617955D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8073" y="2883900"/>
            <a:ext cx="2227751" cy="241200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FBBDEC1F-8771-CC5D-D2AE-01A807F1F22F}"/>
              </a:ext>
            </a:extLst>
          </p:cNvPr>
          <p:cNvSpPr txBox="1"/>
          <p:nvPr/>
        </p:nvSpPr>
        <p:spPr>
          <a:xfrm>
            <a:off x="706252" y="977325"/>
            <a:ext cx="2172928" cy="584775"/>
          </a:xfrm>
          <a:prstGeom prst="rect">
            <a:avLst/>
          </a:prstGeom>
          <a:solidFill>
            <a:srgbClr val="EAEECD"/>
          </a:solidFill>
        </p:spPr>
        <p:txBody>
          <a:bodyPr wrap="square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AFAFEAE3-3EE3-D295-EA3C-0A8B06813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553172"/>
              </p:ext>
            </p:extLst>
          </p:nvPr>
        </p:nvGraphicFramePr>
        <p:xfrm>
          <a:off x="984865" y="2071108"/>
          <a:ext cx="6120000" cy="42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168469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5458173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1993321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5956657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0490529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71050804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7317106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8463156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75715738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9278492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32116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081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124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6443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9174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5621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735036"/>
                  </a:ext>
                </a:extLst>
              </a:tr>
            </a:tbl>
          </a:graphicData>
        </a:graphic>
      </p:graphicFrame>
      <p:sp>
        <p:nvSpPr>
          <p:cNvPr id="8" name="Tekstvak 7">
            <a:extLst>
              <a:ext uri="{FF2B5EF4-FFF2-40B4-BE49-F238E27FC236}">
                <a16:creationId xmlns:a16="http://schemas.microsoft.com/office/drawing/2014/main" id="{C34AAF20-F08E-928C-EBB9-E3888C7593EA}"/>
              </a:ext>
            </a:extLst>
          </p:cNvPr>
          <p:cNvSpPr txBox="1"/>
          <p:nvPr/>
        </p:nvSpPr>
        <p:spPr>
          <a:xfrm>
            <a:off x="2379407" y="1997296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F5964A1-7B89-896B-FB68-74A9544CC2FC}"/>
              </a:ext>
            </a:extLst>
          </p:cNvPr>
          <p:cNvSpPr txBox="1"/>
          <p:nvPr/>
        </p:nvSpPr>
        <p:spPr>
          <a:xfrm>
            <a:off x="4016817" y="198943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1DA27F0-E6FA-D23D-2257-86BC1D82AA6C}"/>
              </a:ext>
            </a:extLst>
          </p:cNvPr>
          <p:cNvSpPr txBox="1"/>
          <p:nvPr/>
        </p:nvSpPr>
        <p:spPr>
          <a:xfrm>
            <a:off x="4010792" y="352692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1C090736-7E11-3B3B-1691-33CDCE91CB7E}"/>
              </a:ext>
            </a:extLst>
          </p:cNvPr>
          <p:cNvSpPr txBox="1"/>
          <p:nvPr/>
        </p:nvSpPr>
        <p:spPr>
          <a:xfrm>
            <a:off x="2521204" y="358773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EEF4414-CF7A-7D91-9A84-A641011DE3F3}"/>
              </a:ext>
            </a:extLst>
          </p:cNvPr>
          <p:cNvSpPr txBox="1"/>
          <p:nvPr/>
        </p:nvSpPr>
        <p:spPr>
          <a:xfrm>
            <a:off x="2521203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E85C0772-392D-038D-8FB7-AC0981325801}"/>
              </a:ext>
            </a:extLst>
          </p:cNvPr>
          <p:cNvSpPr txBox="1"/>
          <p:nvPr/>
        </p:nvSpPr>
        <p:spPr>
          <a:xfrm>
            <a:off x="3971800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7731E14F-463C-0246-BA60-1D026E31C1DB}"/>
              </a:ext>
            </a:extLst>
          </p:cNvPr>
          <p:cNvSpPr txBox="1"/>
          <p:nvPr/>
        </p:nvSpPr>
        <p:spPr>
          <a:xfrm>
            <a:off x="5805087" y="3557703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C20723B6-DE96-562E-28DC-FCF62268FCFD}"/>
              </a:ext>
            </a:extLst>
          </p:cNvPr>
          <p:cNvSpPr txBox="1"/>
          <p:nvPr/>
        </p:nvSpPr>
        <p:spPr>
          <a:xfrm>
            <a:off x="5805087" y="4489762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ADB7F090-2CD7-2B94-468D-2CE97086E6AD}"/>
              </a:ext>
            </a:extLst>
          </p:cNvPr>
          <p:cNvSpPr/>
          <p:nvPr/>
        </p:nvSpPr>
        <p:spPr>
          <a:xfrm>
            <a:off x="984865" y="3909600"/>
            <a:ext cx="1836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B94AB58E-CDF1-47AF-5E71-66C360A566E6}"/>
              </a:ext>
            </a:extLst>
          </p:cNvPr>
          <p:cNvSpPr txBox="1"/>
          <p:nvPr/>
        </p:nvSpPr>
        <p:spPr>
          <a:xfrm>
            <a:off x="706252" y="447053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83724B15-2CB6-DCD4-B9BA-443483A675E6}"/>
              </a:ext>
            </a:extLst>
          </p:cNvPr>
          <p:cNvSpPr txBox="1"/>
          <p:nvPr/>
        </p:nvSpPr>
        <p:spPr>
          <a:xfrm>
            <a:off x="633456" y="363070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04581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8F20-A34C-A4F7-2B2B-F40364F6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7272FE62-7297-1866-7508-6EE55708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91BB4D0-13E6-0E2A-741D-3A60732F0F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1496456"/>
            <a:ext cx="10537677" cy="186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Teken rechthoek </a:t>
            </a:r>
            <a:r>
              <a:rPr lang="nl-NL" i="1" dirty="0"/>
              <a:t>TUVW</a:t>
            </a:r>
            <a:r>
              <a:rPr lang="nl-NL" dirty="0"/>
              <a:t> vast aan zijde </a:t>
            </a:r>
            <a:r>
              <a:rPr lang="nl-NL" i="1" dirty="0"/>
              <a:t>UV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C31E0A8B-8B19-1201-D78E-5787D4069725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84781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Uitslag balk aftekenen</a:t>
            </a:r>
          </a:p>
        </p:txBody>
      </p:sp>
      <p:pic>
        <p:nvPicPr>
          <p:cNvPr id="5" name="Afbeelding 4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A1DBF6EF-0E17-781A-5F05-860318D7AD4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8073" y="2883900"/>
            <a:ext cx="2227751" cy="241200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A7D1F6C4-E963-6BD3-69A1-7615AC4E0AA8}"/>
              </a:ext>
            </a:extLst>
          </p:cNvPr>
          <p:cNvSpPr txBox="1"/>
          <p:nvPr/>
        </p:nvSpPr>
        <p:spPr>
          <a:xfrm>
            <a:off x="706252" y="977325"/>
            <a:ext cx="2172928" cy="584775"/>
          </a:xfrm>
          <a:prstGeom prst="rect">
            <a:avLst/>
          </a:prstGeom>
          <a:solidFill>
            <a:srgbClr val="EAEECD"/>
          </a:solidFill>
        </p:spPr>
        <p:txBody>
          <a:bodyPr wrap="square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7233F925-4BA0-AC18-646B-0F1E8D9EB69B}"/>
              </a:ext>
            </a:extLst>
          </p:cNvPr>
          <p:cNvGraphicFramePr>
            <a:graphicFrameLocks noGrp="1"/>
          </p:cNvGraphicFramePr>
          <p:nvPr/>
        </p:nvGraphicFramePr>
        <p:xfrm>
          <a:off x="984866" y="2072736"/>
          <a:ext cx="6120000" cy="42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168469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5458173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1993321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5956657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0490529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71050804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7317106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8463156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75715738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9278492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32116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081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124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6443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9174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5621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735036"/>
                  </a:ext>
                </a:extLst>
              </a:tr>
            </a:tbl>
          </a:graphicData>
        </a:graphic>
      </p:graphicFrame>
      <p:sp>
        <p:nvSpPr>
          <p:cNvPr id="8" name="Tekstvak 7">
            <a:extLst>
              <a:ext uri="{FF2B5EF4-FFF2-40B4-BE49-F238E27FC236}">
                <a16:creationId xmlns:a16="http://schemas.microsoft.com/office/drawing/2014/main" id="{831BF6FA-7582-5A68-D597-DA38E1CD67A4}"/>
              </a:ext>
            </a:extLst>
          </p:cNvPr>
          <p:cNvSpPr txBox="1"/>
          <p:nvPr/>
        </p:nvSpPr>
        <p:spPr>
          <a:xfrm>
            <a:off x="2379407" y="1997296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8F3BFC1-0F66-26DA-E906-8237E4BFAE5A}"/>
              </a:ext>
            </a:extLst>
          </p:cNvPr>
          <p:cNvSpPr txBox="1"/>
          <p:nvPr/>
        </p:nvSpPr>
        <p:spPr>
          <a:xfrm>
            <a:off x="4016817" y="198943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183F4B7-D700-57EE-0F54-D4C78CAFDADE}"/>
              </a:ext>
            </a:extLst>
          </p:cNvPr>
          <p:cNvSpPr txBox="1"/>
          <p:nvPr/>
        </p:nvSpPr>
        <p:spPr>
          <a:xfrm>
            <a:off x="4010792" y="352692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182140FD-3928-BE40-061E-F3D6C8552D34}"/>
              </a:ext>
            </a:extLst>
          </p:cNvPr>
          <p:cNvSpPr txBox="1"/>
          <p:nvPr/>
        </p:nvSpPr>
        <p:spPr>
          <a:xfrm>
            <a:off x="2521204" y="358773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DA9BE46-5F8D-6396-0945-E13371A22D36}"/>
              </a:ext>
            </a:extLst>
          </p:cNvPr>
          <p:cNvSpPr txBox="1"/>
          <p:nvPr/>
        </p:nvSpPr>
        <p:spPr>
          <a:xfrm>
            <a:off x="2521203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2176A66C-BBAF-3B19-571F-7651D82C546C}"/>
              </a:ext>
            </a:extLst>
          </p:cNvPr>
          <p:cNvSpPr txBox="1"/>
          <p:nvPr/>
        </p:nvSpPr>
        <p:spPr>
          <a:xfrm>
            <a:off x="3971800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1FABB012-8E6F-7323-D2D6-7AD89EBF7981}"/>
              </a:ext>
            </a:extLst>
          </p:cNvPr>
          <p:cNvSpPr txBox="1"/>
          <p:nvPr/>
        </p:nvSpPr>
        <p:spPr>
          <a:xfrm>
            <a:off x="5805087" y="3557703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3D225C29-AAA1-52A8-24AF-EB92BED0AA7D}"/>
              </a:ext>
            </a:extLst>
          </p:cNvPr>
          <p:cNvSpPr txBox="1"/>
          <p:nvPr/>
        </p:nvSpPr>
        <p:spPr>
          <a:xfrm>
            <a:off x="5805087" y="4489762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96D834B-0161-C6B7-CF4A-B0F7AB1B274A}"/>
              </a:ext>
            </a:extLst>
          </p:cNvPr>
          <p:cNvSpPr/>
          <p:nvPr/>
        </p:nvSpPr>
        <p:spPr>
          <a:xfrm>
            <a:off x="984865" y="3909600"/>
            <a:ext cx="1836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CD8C2556-A99E-2111-16EB-04E1C229AF5F}"/>
              </a:ext>
            </a:extLst>
          </p:cNvPr>
          <p:cNvSpPr txBox="1"/>
          <p:nvPr/>
        </p:nvSpPr>
        <p:spPr>
          <a:xfrm>
            <a:off x="706252" y="447053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7612F32A-541F-8D50-1650-24BAE5590610}"/>
              </a:ext>
            </a:extLst>
          </p:cNvPr>
          <p:cNvSpPr txBox="1"/>
          <p:nvPr/>
        </p:nvSpPr>
        <p:spPr>
          <a:xfrm>
            <a:off x="633456" y="3623392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A9F650C-489E-0D99-3669-B44B5FDCC5F4}"/>
              </a:ext>
            </a:extLst>
          </p:cNvPr>
          <p:cNvSpPr/>
          <p:nvPr/>
        </p:nvSpPr>
        <p:spPr>
          <a:xfrm>
            <a:off x="5880866" y="3908381"/>
            <a:ext cx="1224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7BA873B-8CF5-FB5C-9E2E-542E357673D3}"/>
              </a:ext>
            </a:extLst>
          </p:cNvPr>
          <p:cNvSpPr txBox="1"/>
          <p:nvPr/>
        </p:nvSpPr>
        <p:spPr>
          <a:xfrm>
            <a:off x="7070793" y="358773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222E7F88-69CF-AAC0-74E0-28A987F4E2F7}"/>
              </a:ext>
            </a:extLst>
          </p:cNvPr>
          <p:cNvSpPr txBox="1"/>
          <p:nvPr/>
        </p:nvSpPr>
        <p:spPr>
          <a:xfrm>
            <a:off x="7070792" y="4467705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04113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475A-7CAD-D12F-333D-D5D08105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AF12587-3FA5-3706-988B-89C24055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1F05B64-C197-2B34-4299-0EACCE0A8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077" y="1496456"/>
            <a:ext cx="10537677" cy="186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Teken rechthoek </a:t>
            </a:r>
            <a:r>
              <a:rPr lang="nl-NL" i="1" dirty="0"/>
              <a:t>PQUT</a:t>
            </a:r>
            <a:r>
              <a:rPr lang="nl-NL" dirty="0"/>
              <a:t> vast aan zijde </a:t>
            </a:r>
            <a:r>
              <a:rPr lang="nl-NL" i="1" dirty="0"/>
              <a:t>PQ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2437BCD3-1ACA-4E99-498F-349912DF9245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84781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Uitslag balk aftekenen</a:t>
            </a:r>
          </a:p>
        </p:txBody>
      </p:sp>
      <p:pic>
        <p:nvPicPr>
          <p:cNvPr id="5" name="Afbeelding 4" descr="Afbeelding met diagram, lijn, ontwerp&#10;&#10;Door AI gegenereerde inhoud is mogelijk onjuist.">
            <a:extLst>
              <a:ext uri="{FF2B5EF4-FFF2-40B4-BE49-F238E27FC236}">
                <a16:creationId xmlns:a16="http://schemas.microsoft.com/office/drawing/2014/main" id="{F9879A5D-DBB7-349B-13C7-7980BCAE5D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6DE"/>
              </a:clrFrom>
              <a:clrTo>
                <a:srgbClr val="F4F6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8073" y="2883900"/>
            <a:ext cx="2227751" cy="241200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55ED5B4A-B47E-C860-ABCE-953E092824E4}"/>
              </a:ext>
            </a:extLst>
          </p:cNvPr>
          <p:cNvSpPr txBox="1"/>
          <p:nvPr/>
        </p:nvSpPr>
        <p:spPr>
          <a:xfrm>
            <a:off x="706252" y="977325"/>
            <a:ext cx="2172928" cy="584775"/>
          </a:xfrm>
          <a:prstGeom prst="rect">
            <a:avLst/>
          </a:prstGeom>
          <a:solidFill>
            <a:srgbClr val="EAEECD"/>
          </a:solidFill>
        </p:spPr>
        <p:txBody>
          <a:bodyPr wrap="square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88D998EC-A8B8-8750-AC6C-9AFB47F96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241330"/>
              </p:ext>
            </p:extLst>
          </p:nvPr>
        </p:nvGraphicFramePr>
        <p:xfrm>
          <a:off x="984866" y="2072736"/>
          <a:ext cx="6120000" cy="42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168469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5458173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1993321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5956657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0490529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71050804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7317106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8463156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75715738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9278492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32116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081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124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6443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9174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5621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735036"/>
                  </a:ext>
                </a:extLst>
              </a:tr>
            </a:tbl>
          </a:graphicData>
        </a:graphic>
      </p:graphicFrame>
      <p:sp>
        <p:nvSpPr>
          <p:cNvPr id="8" name="Tekstvak 7">
            <a:extLst>
              <a:ext uri="{FF2B5EF4-FFF2-40B4-BE49-F238E27FC236}">
                <a16:creationId xmlns:a16="http://schemas.microsoft.com/office/drawing/2014/main" id="{F5B80FA7-52AA-E5C5-83C5-63D6DBE7E132}"/>
              </a:ext>
            </a:extLst>
          </p:cNvPr>
          <p:cNvSpPr txBox="1"/>
          <p:nvPr/>
        </p:nvSpPr>
        <p:spPr>
          <a:xfrm>
            <a:off x="2379407" y="1997296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943EA18B-F837-28FD-52E6-B3FEBB44FA65}"/>
              </a:ext>
            </a:extLst>
          </p:cNvPr>
          <p:cNvSpPr txBox="1"/>
          <p:nvPr/>
        </p:nvSpPr>
        <p:spPr>
          <a:xfrm>
            <a:off x="4016817" y="198943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619B146-802B-D01D-688E-9814CD4BF394}"/>
              </a:ext>
            </a:extLst>
          </p:cNvPr>
          <p:cNvSpPr txBox="1"/>
          <p:nvPr/>
        </p:nvSpPr>
        <p:spPr>
          <a:xfrm>
            <a:off x="4010792" y="352692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2CC3A4B0-AC26-E915-3277-271FB5BB7AEC}"/>
              </a:ext>
            </a:extLst>
          </p:cNvPr>
          <p:cNvSpPr txBox="1"/>
          <p:nvPr/>
        </p:nvSpPr>
        <p:spPr>
          <a:xfrm>
            <a:off x="2521204" y="358773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66EC6C5-6358-9630-AA48-8DA4DBE920AC}"/>
              </a:ext>
            </a:extLst>
          </p:cNvPr>
          <p:cNvSpPr txBox="1"/>
          <p:nvPr/>
        </p:nvSpPr>
        <p:spPr>
          <a:xfrm>
            <a:off x="2521203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76C5124-D924-8B0D-F92C-15A64C33AC12}"/>
              </a:ext>
            </a:extLst>
          </p:cNvPr>
          <p:cNvSpPr txBox="1"/>
          <p:nvPr/>
        </p:nvSpPr>
        <p:spPr>
          <a:xfrm>
            <a:off x="3971800" y="4490714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CF892E2E-5526-7326-C544-A3455C222D10}"/>
              </a:ext>
            </a:extLst>
          </p:cNvPr>
          <p:cNvSpPr txBox="1"/>
          <p:nvPr/>
        </p:nvSpPr>
        <p:spPr>
          <a:xfrm>
            <a:off x="5805087" y="3557703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E0515CC1-BE66-B6FD-88A0-D8D3175B3DE4}"/>
              </a:ext>
            </a:extLst>
          </p:cNvPr>
          <p:cNvSpPr txBox="1"/>
          <p:nvPr/>
        </p:nvSpPr>
        <p:spPr>
          <a:xfrm>
            <a:off x="5805087" y="4489762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667B2E68-ED56-D804-8EA1-43ADE6B03425}"/>
              </a:ext>
            </a:extLst>
          </p:cNvPr>
          <p:cNvSpPr/>
          <p:nvPr/>
        </p:nvSpPr>
        <p:spPr>
          <a:xfrm>
            <a:off x="984865" y="3909600"/>
            <a:ext cx="1836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F3DC35A0-0042-CD3E-603C-028F54AE90D3}"/>
              </a:ext>
            </a:extLst>
          </p:cNvPr>
          <p:cNvSpPr txBox="1"/>
          <p:nvPr/>
        </p:nvSpPr>
        <p:spPr>
          <a:xfrm>
            <a:off x="706252" y="447053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0EA2BD99-7906-73BF-012D-522B2A5E9FDC}"/>
              </a:ext>
            </a:extLst>
          </p:cNvPr>
          <p:cNvSpPr txBox="1"/>
          <p:nvPr/>
        </p:nvSpPr>
        <p:spPr>
          <a:xfrm>
            <a:off x="633456" y="3623392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DDFA3C9-AF9D-4806-0D50-48A052257F24}"/>
              </a:ext>
            </a:extLst>
          </p:cNvPr>
          <p:cNvSpPr txBox="1"/>
          <p:nvPr/>
        </p:nvSpPr>
        <p:spPr>
          <a:xfrm>
            <a:off x="7070793" y="3587737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075E503A-F81E-E469-D6AE-DF2E211A12F3}"/>
              </a:ext>
            </a:extLst>
          </p:cNvPr>
          <p:cNvSpPr txBox="1"/>
          <p:nvPr/>
        </p:nvSpPr>
        <p:spPr>
          <a:xfrm>
            <a:off x="7070792" y="4467705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5A578F71-80A6-7EFF-8D68-DD8F052DB49B}"/>
              </a:ext>
            </a:extLst>
          </p:cNvPr>
          <p:cNvSpPr/>
          <p:nvPr/>
        </p:nvSpPr>
        <p:spPr>
          <a:xfrm>
            <a:off x="2820865" y="4515234"/>
            <a:ext cx="1224000" cy="18415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4BB7CB8D-5BB4-DFB3-2A8D-8FB46B6AACE7}"/>
              </a:ext>
            </a:extLst>
          </p:cNvPr>
          <p:cNvSpPr txBox="1"/>
          <p:nvPr/>
        </p:nvSpPr>
        <p:spPr>
          <a:xfrm>
            <a:off x="2534931" y="630820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BC812E55-CCF3-A460-7138-BAC158D32D17}"/>
              </a:ext>
            </a:extLst>
          </p:cNvPr>
          <p:cNvSpPr txBox="1"/>
          <p:nvPr/>
        </p:nvSpPr>
        <p:spPr>
          <a:xfrm>
            <a:off x="3949118" y="6308201"/>
            <a:ext cx="4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59A9F482-A9DC-862B-88C1-50E4CB2EC4BF}"/>
              </a:ext>
            </a:extLst>
          </p:cNvPr>
          <p:cNvSpPr/>
          <p:nvPr/>
        </p:nvSpPr>
        <p:spPr>
          <a:xfrm>
            <a:off x="5880866" y="3908381"/>
            <a:ext cx="1224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032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5973346" cy="739260"/>
          </a:xfrm>
        </p:spPr>
        <p:txBody>
          <a:bodyPr/>
          <a:lstStyle/>
          <a:p>
            <a:r>
              <a:rPr lang="nl-NL" dirty="0"/>
              <a:t>Testopgave Uitslag balk (blz. 63)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9072671" cy="4186752"/>
          </a:xfrm>
        </p:spPr>
        <p:txBody>
          <a:bodyPr/>
          <a:lstStyle/>
          <a:p>
            <a:r>
              <a:rPr lang="nl-NL" dirty="0"/>
              <a:t>Teken de uitslag van balk </a:t>
            </a:r>
            <a:r>
              <a:rPr lang="nl-NL" i="1" dirty="0"/>
              <a:t>ABCD EFGH </a:t>
            </a:r>
            <a:r>
              <a:rPr lang="nl-NL" dirty="0"/>
              <a:t>verder af.</a:t>
            </a:r>
          </a:p>
          <a:p>
            <a:r>
              <a:rPr lang="nl-NL" dirty="0"/>
              <a:t>Zet letters bij alle hoekpunten van de uitslag.</a:t>
            </a:r>
          </a:p>
        </p:txBody>
      </p:sp>
      <p:pic>
        <p:nvPicPr>
          <p:cNvPr id="4" name="Afbeelding 3" descr="Afbeelding met lijn, diagram, Perceel, Parallel&#10;&#10;Door AI gegenereerde inhoud is mogelijk onjuist.">
            <a:extLst>
              <a:ext uri="{FF2B5EF4-FFF2-40B4-BE49-F238E27FC236}">
                <a16:creationId xmlns:a16="http://schemas.microsoft.com/office/drawing/2014/main" id="{846AE2E1-DB8F-B7E7-2507-24ADD29F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036" y="4167202"/>
            <a:ext cx="3171208" cy="1116000"/>
          </a:xfrm>
          <a:prstGeom prst="rect">
            <a:avLst/>
          </a:prstGeom>
        </p:spPr>
      </p:pic>
      <p:pic>
        <p:nvPicPr>
          <p:cNvPr id="8" name="Afbeelding 7" descr="Afbeelding met lijn, plein, Parallel, diagram&#10;&#10;Door AI gegenereerde inhoud is mogelijk onjuist.">
            <a:extLst>
              <a:ext uri="{FF2B5EF4-FFF2-40B4-BE49-F238E27FC236}">
                <a16:creationId xmlns:a16="http://schemas.microsoft.com/office/drawing/2014/main" id="{5AF14129-135F-91F5-A73A-E4508F86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39" y="2933820"/>
            <a:ext cx="6909332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284242" cy="739260"/>
          </a:xfrm>
        </p:spPr>
        <p:txBody>
          <a:bodyPr>
            <a:normAutofit/>
          </a:bodyPr>
          <a:lstStyle/>
          <a:p>
            <a:r>
              <a:rPr lang="nl-NL" dirty="0"/>
              <a:t>Testopgave Uitslag balk (blz. 63)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9072671" cy="4186752"/>
          </a:xfrm>
        </p:spPr>
        <p:txBody>
          <a:bodyPr/>
          <a:lstStyle/>
          <a:p>
            <a:r>
              <a:rPr lang="nl-NL" dirty="0"/>
              <a:t>Teken de uitslag van balk </a:t>
            </a:r>
            <a:r>
              <a:rPr lang="nl-NL" i="1" dirty="0"/>
              <a:t>ABCD EFGH </a:t>
            </a:r>
            <a:r>
              <a:rPr lang="nl-NL" dirty="0"/>
              <a:t>verder af.</a:t>
            </a:r>
          </a:p>
          <a:p>
            <a:r>
              <a:rPr lang="nl-NL" dirty="0"/>
              <a:t>Zet letters bij alle hoekpunten van de uitslag.</a:t>
            </a:r>
          </a:p>
        </p:txBody>
      </p:sp>
      <p:pic>
        <p:nvPicPr>
          <p:cNvPr id="4" name="Afbeelding 3" descr="Afbeelding met lijn, diagram, Perceel, Parallel&#10;&#10;Door AI gegenereerde inhoud is mogelijk onjuist.">
            <a:extLst>
              <a:ext uri="{FF2B5EF4-FFF2-40B4-BE49-F238E27FC236}">
                <a16:creationId xmlns:a16="http://schemas.microsoft.com/office/drawing/2014/main" id="{846AE2E1-DB8F-B7E7-2507-24ADD29F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036" y="4167202"/>
            <a:ext cx="3171208" cy="1116000"/>
          </a:xfrm>
          <a:prstGeom prst="rect">
            <a:avLst/>
          </a:prstGeom>
        </p:spPr>
      </p:pic>
      <p:pic>
        <p:nvPicPr>
          <p:cNvPr id="8" name="Afbeelding 7" descr="Afbeelding met lijn, plein, Parallel, diagram&#10;&#10;Door AI gegenereerde inhoud is mogelijk onjuist.">
            <a:extLst>
              <a:ext uri="{FF2B5EF4-FFF2-40B4-BE49-F238E27FC236}">
                <a16:creationId xmlns:a16="http://schemas.microsoft.com/office/drawing/2014/main" id="{5AF14129-135F-91F5-A73A-E4508F86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39" y="2933820"/>
            <a:ext cx="6909332" cy="3456000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568F8DD4-21E1-7427-0C5A-2E7B823219B6}"/>
              </a:ext>
            </a:extLst>
          </p:cNvPr>
          <p:cNvSpPr/>
          <p:nvPr/>
        </p:nvSpPr>
        <p:spPr>
          <a:xfrm>
            <a:off x="2570686" y="3518053"/>
            <a:ext cx="2299181" cy="568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0F6DF1A-4749-E288-199D-744DBB5C7969}"/>
              </a:ext>
            </a:extLst>
          </p:cNvPr>
          <p:cNvSpPr/>
          <p:nvPr/>
        </p:nvSpPr>
        <p:spPr>
          <a:xfrm>
            <a:off x="5448248" y="4085820"/>
            <a:ext cx="2296800" cy="11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E9A6D21A-F8AB-6939-41C8-20DF375D5209}"/>
              </a:ext>
            </a:extLst>
          </p:cNvPr>
          <p:cNvSpPr/>
          <p:nvPr/>
        </p:nvSpPr>
        <p:spPr>
          <a:xfrm>
            <a:off x="4872248" y="4085820"/>
            <a:ext cx="576000" cy="11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B9436D76-0D3F-0CDC-4284-9078A9C24B61}"/>
              </a:ext>
            </a:extLst>
          </p:cNvPr>
          <p:cNvSpPr txBox="1"/>
          <p:nvPr/>
        </p:nvSpPr>
        <p:spPr>
          <a:xfrm>
            <a:off x="2309814" y="3250249"/>
            <a:ext cx="462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E60F4FE-F185-B730-2DA5-2F836577AA6E}"/>
              </a:ext>
            </a:extLst>
          </p:cNvPr>
          <p:cNvSpPr txBox="1"/>
          <p:nvPr/>
        </p:nvSpPr>
        <p:spPr>
          <a:xfrm>
            <a:off x="7684228" y="3828573"/>
            <a:ext cx="3514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A1C6D0E-7709-FC47-C82C-7D9E2BD08091}"/>
              </a:ext>
            </a:extLst>
          </p:cNvPr>
          <p:cNvSpPr txBox="1"/>
          <p:nvPr/>
        </p:nvSpPr>
        <p:spPr>
          <a:xfrm>
            <a:off x="7671623" y="5168779"/>
            <a:ext cx="3514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0584C48-9EB2-31E6-D8F4-1E3AF0218B5C}"/>
              </a:ext>
            </a:extLst>
          </p:cNvPr>
          <p:cNvSpPr txBox="1"/>
          <p:nvPr/>
        </p:nvSpPr>
        <p:spPr>
          <a:xfrm>
            <a:off x="5378300" y="5197932"/>
            <a:ext cx="3514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28AADED-30D0-F5D3-B24B-CA690F3F3306}"/>
              </a:ext>
            </a:extLst>
          </p:cNvPr>
          <p:cNvSpPr txBox="1"/>
          <p:nvPr/>
        </p:nvSpPr>
        <p:spPr>
          <a:xfrm>
            <a:off x="5373270" y="3817949"/>
            <a:ext cx="3514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D7224651-3652-A351-061E-8FB80A35478A}"/>
              </a:ext>
            </a:extLst>
          </p:cNvPr>
          <p:cNvSpPr txBox="1"/>
          <p:nvPr/>
        </p:nvSpPr>
        <p:spPr>
          <a:xfrm>
            <a:off x="4776939" y="3250249"/>
            <a:ext cx="3514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FE15755-27A5-7D22-CD7A-10B354C5D85D}"/>
              </a:ext>
            </a:extLst>
          </p:cNvPr>
          <p:cNvSpPr txBox="1"/>
          <p:nvPr/>
        </p:nvSpPr>
        <p:spPr>
          <a:xfrm>
            <a:off x="401961" y="1894221"/>
            <a:ext cx="446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F531DFA5-0DB1-97BB-472B-154FE579E47D}"/>
              </a:ext>
            </a:extLst>
          </p:cNvPr>
          <p:cNvSpPr txBox="1"/>
          <p:nvPr/>
        </p:nvSpPr>
        <p:spPr>
          <a:xfrm>
            <a:off x="401959" y="2429592"/>
            <a:ext cx="446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9385176" y="5491944"/>
            <a:ext cx="2016928" cy="1037857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1</a:t>
            </a:r>
            <a:endParaRPr lang="nl-NL" dirty="0"/>
          </a:p>
          <a:p>
            <a:r>
              <a:rPr lang="nl-NL" dirty="0"/>
              <a:t>2</a:t>
            </a:r>
          </a:p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52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3E3562-8A3B-4DB6-AD51-E12FBCCFEE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4C4E7A-E4B6-4A32-8CEB-6FECCB43B894}">
  <ds:schemaRefs>
    <ds:schemaRef ds:uri="d27e653b-d318-4ef3-ba38-8d23e212adcb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271569a7-1784-4b50-bede-f81c246730b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239</TotalTime>
  <Words>427</Words>
  <Application>Microsoft Office PowerPoint</Application>
  <PresentationFormat>Breedbeeld</PresentationFormat>
  <Paragraphs>145</Paragraphs>
  <Slides>15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10</cp:revision>
  <dcterms:created xsi:type="dcterms:W3CDTF">2025-11-02T09:56:14Z</dcterms:created>
  <dcterms:modified xsi:type="dcterms:W3CDTF">2026-02-24T08:19:38Z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SIP_Label_6387c02c-836c-49e4-b41d-479cb8f95848_Enabled">
    <vt:lpwstr>true</vt:lpwstr>
  </property>
  <property fmtid="{D5CDD505-2E9C-101B-9397-08002B2CF9AE}" pid="4" name="MSIP_Label_6387c02c-836c-49e4-b41d-479cb8f95848_SetDate">
    <vt:lpwstr>2025-11-17T09:18:15Z</vt:lpwstr>
  </property>
  <property fmtid="{D5CDD505-2E9C-101B-9397-08002B2CF9AE}" pid="5" name="MSIP_Label_6387c02c-836c-49e4-b41d-479cb8f95848_Method">
    <vt:lpwstr>Standard</vt:lpwstr>
  </property>
  <property fmtid="{D5CDD505-2E9C-101B-9397-08002B2CF9AE}" pid="6" name="MSIP_Label_6387c02c-836c-49e4-b41d-479cb8f95848_Name">
    <vt:lpwstr>Openbaar</vt:lpwstr>
  </property>
  <property fmtid="{D5CDD505-2E9C-101B-9397-08002B2CF9AE}" pid="7" name="MSIP_Label_6387c02c-836c-49e4-b41d-479cb8f95848_SiteId">
    <vt:lpwstr>f601c435-3967-4a0f-b104-8d8e5227d26e</vt:lpwstr>
  </property>
  <property fmtid="{D5CDD505-2E9C-101B-9397-08002B2CF9AE}" pid="8" name="MSIP_Label_6387c02c-836c-49e4-b41d-479cb8f95848_ActionId">
    <vt:lpwstr>4b1259db-ff44-44c8-84de-5a0ee0cc709a</vt:lpwstr>
  </property>
  <property fmtid="{D5CDD505-2E9C-101B-9397-08002B2CF9AE}" pid="9" name="MSIP_Label_6387c02c-836c-49e4-b41d-479cb8f95848_ContentBits">
    <vt:lpwstr>0</vt:lpwstr>
  </property>
  <property fmtid="{D5CDD505-2E9C-101B-9397-08002B2CF9AE}" pid="10" name="MSIP_Label_6387c02c-836c-49e4-b41d-479cb8f95848_Tag">
    <vt:lpwstr>10, 3, 0, 2</vt:lpwstr>
  </property>
  <property fmtid="{D5CDD505-2E9C-101B-9397-08002B2CF9AE}" pid="11" name="MediaServiceImageTags">
    <vt:lpwstr/>
  </property>
</Properties>
</file>