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0" r:id="rId5"/>
    <p:sldId id="274" r:id="rId6"/>
    <p:sldId id="275" r:id="rId7"/>
    <p:sldId id="276" r:id="rId8"/>
    <p:sldId id="277" r:id="rId9"/>
    <p:sldId id="278" r:id="rId10"/>
    <p:sldId id="269" r:id="rId11"/>
    <p:sldId id="272" r:id="rId12"/>
    <p:sldId id="279" r:id="rId13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Tahoma" panose="020B0604030504040204" pitchFamily="34" charset="0"/>
      <p:regular r:id="rId20"/>
      <p:bold r:id="rId21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/>
  </p:normalViewPr>
  <p:slideViewPr>
    <p:cSldViewPr snapToGrid="0" snapToObjects="1">
      <p:cViewPr varScale="1">
        <p:scale>
          <a:sx n="111" d="100"/>
          <a:sy n="111" d="100"/>
        </p:scale>
        <p:origin x="594" y="78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rik Jan Smit" userId="5571e904-965a-470c-bee8-b4b564478074" providerId="ADAL" clId="{37299ECD-8882-4A54-9C26-544614B8857A}"/>
    <pc:docChg chg="modSld">
      <pc:chgData name="Hendrik Jan Smit" userId="5571e904-965a-470c-bee8-b4b564478074" providerId="ADAL" clId="{37299ECD-8882-4A54-9C26-544614B8857A}" dt="2026-02-10T12:45:17.457" v="1" actId="207"/>
      <pc:docMkLst>
        <pc:docMk/>
      </pc:docMkLst>
      <pc:sldChg chg="modSp mod">
        <pc:chgData name="Hendrik Jan Smit" userId="5571e904-965a-470c-bee8-b4b564478074" providerId="ADAL" clId="{37299ECD-8882-4A54-9C26-544614B8857A}" dt="2026-02-10T12:45:17.457" v="1" actId="207"/>
        <pc:sldMkLst>
          <pc:docMk/>
          <pc:sldMk cId="3455433187" sldId="279"/>
        </pc:sldMkLst>
        <pc:picChg chg="mod">
          <ac:chgData name="Hendrik Jan Smit" userId="5571e904-965a-470c-bee8-b4b564478074" providerId="ADAL" clId="{37299ECD-8882-4A54-9C26-544614B8857A}" dt="2026-02-10T12:45:12.773" v="0" actId="207"/>
          <ac:picMkLst>
            <pc:docMk/>
            <pc:sldMk cId="3455433187" sldId="279"/>
            <ac:picMk id="9" creationId="{FED4CCAF-1DC4-F8EE-F574-0E1CBDC2BEF7}"/>
          </ac:picMkLst>
        </pc:picChg>
        <pc:picChg chg="mod">
          <ac:chgData name="Hendrik Jan Smit" userId="5571e904-965a-470c-bee8-b4b564478074" providerId="ADAL" clId="{37299ECD-8882-4A54-9C26-544614B8857A}" dt="2026-02-10T12:45:17.457" v="1" actId="207"/>
          <ac:picMkLst>
            <pc:docMk/>
            <pc:sldMk cId="3455433187" sldId="279"/>
            <ac:picMk id="10" creationId="{156885F5-AA55-3245-B81C-CCE2A75C4127}"/>
          </ac:picMkLst>
        </pc:picChg>
      </pc:sldChg>
    </pc:docChg>
  </pc:docChgLst>
  <pc:docChgLst>
    <pc:chgData name="Hendrik Jan Smit" userId="5571e904-965a-470c-bee8-b4b564478074" providerId="ADAL" clId="{BD97A1F4-D397-40E7-BA1E-6D6DF37BB6B7}"/>
    <pc:docChg chg="undo custSel modSld">
      <pc:chgData name="Hendrik Jan Smit" userId="5571e904-965a-470c-bee8-b4b564478074" providerId="ADAL" clId="{BD97A1F4-D397-40E7-BA1E-6D6DF37BB6B7}" dt="2026-01-21T13:59:34.608" v="41" actId="2711"/>
      <pc:docMkLst>
        <pc:docMk/>
      </pc:docMkLst>
      <pc:sldChg chg="modSp mod">
        <pc:chgData name="Hendrik Jan Smit" userId="5571e904-965a-470c-bee8-b4b564478074" providerId="ADAL" clId="{BD97A1F4-D397-40E7-BA1E-6D6DF37BB6B7}" dt="2026-01-21T11:11:26.299" v="17" actId="113"/>
        <pc:sldMkLst>
          <pc:docMk/>
          <pc:sldMk cId="3907407524" sldId="260"/>
        </pc:sldMkLst>
        <pc:spChg chg="mod">
          <ac:chgData name="Hendrik Jan Smit" userId="5571e904-965a-470c-bee8-b4b564478074" providerId="ADAL" clId="{BD97A1F4-D397-40E7-BA1E-6D6DF37BB6B7}" dt="2026-01-21T11:11:26.299" v="17" actId="113"/>
          <ac:spMkLst>
            <pc:docMk/>
            <pc:sldMk cId="3907407524" sldId="260"/>
            <ac:spMk id="16" creationId="{71C605C0-2905-85C6-776C-B1999A444D84}"/>
          </ac:spMkLst>
        </pc:spChg>
      </pc:sldChg>
      <pc:sldChg chg="modSp mod">
        <pc:chgData name="Hendrik Jan Smit" userId="5571e904-965a-470c-bee8-b4b564478074" providerId="ADAL" clId="{BD97A1F4-D397-40E7-BA1E-6D6DF37BB6B7}" dt="2026-01-21T11:11:59.134" v="19" actId="113"/>
        <pc:sldMkLst>
          <pc:docMk/>
          <pc:sldMk cId="1189970495" sldId="269"/>
        </pc:sldMkLst>
        <pc:spChg chg="mod">
          <ac:chgData name="Hendrik Jan Smit" userId="5571e904-965a-470c-bee8-b4b564478074" providerId="ADAL" clId="{BD97A1F4-D397-40E7-BA1E-6D6DF37BB6B7}" dt="2026-01-21T11:11:59.134" v="19" actId="113"/>
          <ac:spMkLst>
            <pc:docMk/>
            <pc:sldMk cId="1189970495" sldId="269"/>
            <ac:spMk id="3" creationId="{574749B1-FFD9-A5DC-2F9F-105F0A37E7C5}"/>
          </ac:spMkLst>
        </pc:spChg>
      </pc:sldChg>
      <pc:sldChg chg="modSp mod">
        <pc:chgData name="Hendrik Jan Smit" userId="5571e904-965a-470c-bee8-b4b564478074" providerId="ADAL" clId="{BD97A1F4-D397-40E7-BA1E-6D6DF37BB6B7}" dt="2026-01-21T11:12:30.036" v="30" actId="20577"/>
        <pc:sldMkLst>
          <pc:docMk/>
          <pc:sldMk cId="105504778" sldId="272"/>
        </pc:sldMkLst>
        <pc:spChg chg="mod">
          <ac:chgData name="Hendrik Jan Smit" userId="5571e904-965a-470c-bee8-b4b564478074" providerId="ADAL" clId="{BD97A1F4-D397-40E7-BA1E-6D6DF37BB6B7}" dt="2026-01-21T11:12:30.036" v="30" actId="20577"/>
          <ac:spMkLst>
            <pc:docMk/>
            <pc:sldMk cId="105504778" sldId="272"/>
            <ac:spMk id="5" creationId="{5F6671C4-E2C8-14D2-A774-1F92C33EF022}"/>
          </ac:spMkLst>
        </pc:spChg>
      </pc:sldChg>
      <pc:sldChg chg="modSp mod">
        <pc:chgData name="Hendrik Jan Smit" userId="5571e904-965a-470c-bee8-b4b564478074" providerId="ADAL" clId="{BD97A1F4-D397-40E7-BA1E-6D6DF37BB6B7}" dt="2026-01-21T13:58:42.393" v="35" actId="2711"/>
        <pc:sldMkLst>
          <pc:docMk/>
          <pc:sldMk cId="2991229384" sldId="274"/>
        </pc:sldMkLst>
        <pc:spChg chg="mod">
          <ac:chgData name="Hendrik Jan Smit" userId="5571e904-965a-470c-bee8-b4b564478074" providerId="ADAL" clId="{BD97A1F4-D397-40E7-BA1E-6D6DF37BB6B7}" dt="2026-01-19T11:09:51.220" v="0" actId="14100"/>
          <ac:spMkLst>
            <pc:docMk/>
            <pc:sldMk cId="2991229384" sldId="274"/>
            <ac:spMk id="6" creationId="{FF94C6D8-F73F-F646-1870-BB7DD4D462DF}"/>
          </ac:spMkLst>
        </pc:spChg>
        <pc:spChg chg="mod">
          <ac:chgData name="Hendrik Jan Smit" userId="5571e904-965a-470c-bee8-b4b564478074" providerId="ADAL" clId="{BD97A1F4-D397-40E7-BA1E-6D6DF37BB6B7}" dt="2026-01-21T13:58:42.393" v="35" actId="2711"/>
          <ac:spMkLst>
            <pc:docMk/>
            <pc:sldMk cId="2991229384" sldId="274"/>
            <ac:spMk id="7" creationId="{597C7FE2-54BE-95B5-A462-D9F193F3F05B}"/>
          </ac:spMkLst>
        </pc:spChg>
        <pc:spChg chg="mod">
          <ac:chgData name="Hendrik Jan Smit" userId="5571e904-965a-470c-bee8-b4b564478074" providerId="ADAL" clId="{BD97A1F4-D397-40E7-BA1E-6D6DF37BB6B7}" dt="2026-01-21T13:58:42.393" v="35" actId="2711"/>
          <ac:spMkLst>
            <pc:docMk/>
            <pc:sldMk cId="2991229384" sldId="274"/>
            <ac:spMk id="8" creationId="{6FB2EF31-5205-97B4-06F5-4DE924A77C64}"/>
          </ac:spMkLst>
        </pc:spChg>
        <pc:spChg chg="mod">
          <ac:chgData name="Hendrik Jan Smit" userId="5571e904-965a-470c-bee8-b4b564478074" providerId="ADAL" clId="{BD97A1F4-D397-40E7-BA1E-6D6DF37BB6B7}" dt="2026-01-21T13:58:42.393" v="35" actId="2711"/>
          <ac:spMkLst>
            <pc:docMk/>
            <pc:sldMk cId="2991229384" sldId="274"/>
            <ac:spMk id="9" creationId="{1EFF93FC-C3D7-46E7-E333-1479BB2C3AD9}"/>
          </ac:spMkLst>
        </pc:spChg>
        <pc:spChg chg="mod">
          <ac:chgData name="Hendrik Jan Smit" userId="5571e904-965a-470c-bee8-b4b564478074" providerId="ADAL" clId="{BD97A1F4-D397-40E7-BA1E-6D6DF37BB6B7}" dt="2026-01-21T13:58:42.393" v="35" actId="2711"/>
          <ac:spMkLst>
            <pc:docMk/>
            <pc:sldMk cId="2991229384" sldId="274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BD97A1F4-D397-40E7-BA1E-6D6DF37BB6B7}" dt="2026-01-21T13:59:01.631" v="37" actId="2711"/>
        <pc:sldMkLst>
          <pc:docMk/>
          <pc:sldMk cId="142824637" sldId="275"/>
        </pc:sldMkLst>
        <pc:spChg chg="mod ord">
          <ac:chgData name="Hendrik Jan Smit" userId="5571e904-965a-470c-bee8-b4b564478074" providerId="ADAL" clId="{BD97A1F4-D397-40E7-BA1E-6D6DF37BB6B7}" dt="2026-01-21T13:58:55.292" v="36" actId="167"/>
          <ac:spMkLst>
            <pc:docMk/>
            <pc:sldMk cId="142824637" sldId="275"/>
            <ac:spMk id="3" creationId="{2CC59806-12B4-7908-A6EE-CD39E3BBDA01}"/>
          </ac:spMkLst>
        </pc:spChg>
        <pc:spChg chg="mod">
          <ac:chgData name="Hendrik Jan Smit" userId="5571e904-965a-470c-bee8-b4b564478074" providerId="ADAL" clId="{BD97A1F4-D397-40E7-BA1E-6D6DF37BB6B7}" dt="2026-01-21T13:59:01.631" v="37" actId="2711"/>
          <ac:spMkLst>
            <pc:docMk/>
            <pc:sldMk cId="142824637" sldId="275"/>
            <ac:spMk id="7" creationId="{1EECDC37-FE89-1D2C-D8FA-CB47D4912940}"/>
          </ac:spMkLst>
        </pc:spChg>
        <pc:spChg chg="mod">
          <ac:chgData name="Hendrik Jan Smit" userId="5571e904-965a-470c-bee8-b4b564478074" providerId="ADAL" clId="{BD97A1F4-D397-40E7-BA1E-6D6DF37BB6B7}" dt="2026-01-21T13:59:01.631" v="37" actId="2711"/>
          <ac:spMkLst>
            <pc:docMk/>
            <pc:sldMk cId="142824637" sldId="275"/>
            <ac:spMk id="8" creationId="{CEE214AF-A173-CB52-78EC-A6D1AB230929}"/>
          </ac:spMkLst>
        </pc:spChg>
        <pc:spChg chg="mod">
          <ac:chgData name="Hendrik Jan Smit" userId="5571e904-965a-470c-bee8-b4b564478074" providerId="ADAL" clId="{BD97A1F4-D397-40E7-BA1E-6D6DF37BB6B7}" dt="2026-01-21T13:59:01.631" v="37" actId="2711"/>
          <ac:spMkLst>
            <pc:docMk/>
            <pc:sldMk cId="142824637" sldId="275"/>
            <ac:spMk id="15" creationId="{5CFD7077-4C91-8EE4-B967-CE3A9854B834}"/>
          </ac:spMkLst>
        </pc:spChg>
        <pc:spChg chg="mod">
          <ac:chgData name="Hendrik Jan Smit" userId="5571e904-965a-470c-bee8-b4b564478074" providerId="ADAL" clId="{BD97A1F4-D397-40E7-BA1E-6D6DF37BB6B7}" dt="2026-01-21T13:59:01.631" v="37" actId="2711"/>
          <ac:spMkLst>
            <pc:docMk/>
            <pc:sldMk cId="142824637" sldId="275"/>
            <ac:spMk id="16" creationId="{599F0AF0-B2B2-0733-FB6A-3D651FE57C1C}"/>
          </ac:spMkLst>
        </pc:spChg>
      </pc:sldChg>
      <pc:sldChg chg="modSp mod">
        <pc:chgData name="Hendrik Jan Smit" userId="5571e904-965a-470c-bee8-b4b564478074" providerId="ADAL" clId="{BD97A1F4-D397-40E7-BA1E-6D6DF37BB6B7}" dt="2026-01-21T13:59:14.970" v="39" actId="2711"/>
        <pc:sldMkLst>
          <pc:docMk/>
          <pc:sldMk cId="635321813" sldId="276"/>
        </pc:sldMkLst>
        <pc:spChg chg="mod ord">
          <ac:chgData name="Hendrik Jan Smit" userId="5571e904-965a-470c-bee8-b4b564478074" providerId="ADAL" clId="{BD97A1F4-D397-40E7-BA1E-6D6DF37BB6B7}" dt="2026-01-21T13:59:08.145" v="38" actId="167"/>
          <ac:spMkLst>
            <pc:docMk/>
            <pc:sldMk cId="635321813" sldId="276"/>
            <ac:spMk id="3" creationId="{2CC59806-12B4-7908-A6EE-CD39E3BBDA01}"/>
          </ac:spMkLst>
        </pc:spChg>
        <pc:spChg chg="mod">
          <ac:chgData name="Hendrik Jan Smit" userId="5571e904-965a-470c-bee8-b4b564478074" providerId="ADAL" clId="{BD97A1F4-D397-40E7-BA1E-6D6DF37BB6B7}" dt="2026-01-21T13:59:14.970" v="39" actId="2711"/>
          <ac:spMkLst>
            <pc:docMk/>
            <pc:sldMk cId="635321813" sldId="276"/>
            <ac:spMk id="7" creationId="{1EECDC37-FE89-1D2C-D8FA-CB47D4912940}"/>
          </ac:spMkLst>
        </pc:spChg>
        <pc:spChg chg="mod">
          <ac:chgData name="Hendrik Jan Smit" userId="5571e904-965a-470c-bee8-b4b564478074" providerId="ADAL" clId="{BD97A1F4-D397-40E7-BA1E-6D6DF37BB6B7}" dt="2026-01-21T13:59:14.970" v="39" actId="2711"/>
          <ac:spMkLst>
            <pc:docMk/>
            <pc:sldMk cId="635321813" sldId="276"/>
            <ac:spMk id="8" creationId="{CEE214AF-A173-CB52-78EC-A6D1AB230929}"/>
          </ac:spMkLst>
        </pc:spChg>
        <pc:spChg chg="mod">
          <ac:chgData name="Hendrik Jan Smit" userId="5571e904-965a-470c-bee8-b4b564478074" providerId="ADAL" clId="{BD97A1F4-D397-40E7-BA1E-6D6DF37BB6B7}" dt="2026-01-21T13:59:14.970" v="39" actId="2711"/>
          <ac:spMkLst>
            <pc:docMk/>
            <pc:sldMk cId="635321813" sldId="276"/>
            <ac:spMk id="15" creationId="{5CFD7077-4C91-8EE4-B967-CE3A9854B834}"/>
          </ac:spMkLst>
        </pc:spChg>
        <pc:spChg chg="mod">
          <ac:chgData name="Hendrik Jan Smit" userId="5571e904-965a-470c-bee8-b4b564478074" providerId="ADAL" clId="{BD97A1F4-D397-40E7-BA1E-6D6DF37BB6B7}" dt="2026-01-21T13:59:14.970" v="39" actId="2711"/>
          <ac:spMkLst>
            <pc:docMk/>
            <pc:sldMk cId="635321813" sldId="276"/>
            <ac:spMk id="16" creationId="{599F0AF0-B2B2-0733-FB6A-3D651FE57C1C}"/>
          </ac:spMkLst>
        </pc:spChg>
      </pc:sldChg>
      <pc:sldChg chg="modSp mod">
        <pc:chgData name="Hendrik Jan Smit" userId="5571e904-965a-470c-bee8-b4b564478074" providerId="ADAL" clId="{BD97A1F4-D397-40E7-BA1E-6D6DF37BB6B7}" dt="2026-01-21T13:59:34.608" v="41" actId="2711"/>
        <pc:sldMkLst>
          <pc:docMk/>
          <pc:sldMk cId="1754499410" sldId="277"/>
        </pc:sldMkLst>
        <pc:spChg chg="mod ord">
          <ac:chgData name="Hendrik Jan Smit" userId="5571e904-965a-470c-bee8-b4b564478074" providerId="ADAL" clId="{BD97A1F4-D397-40E7-BA1E-6D6DF37BB6B7}" dt="2026-01-21T13:59:27.760" v="40" actId="167"/>
          <ac:spMkLst>
            <pc:docMk/>
            <pc:sldMk cId="1754499410" sldId="277"/>
            <ac:spMk id="3" creationId="{2CC59806-12B4-7908-A6EE-CD39E3BBDA01}"/>
          </ac:spMkLst>
        </pc:spChg>
        <pc:spChg chg="mod">
          <ac:chgData name="Hendrik Jan Smit" userId="5571e904-965a-470c-bee8-b4b564478074" providerId="ADAL" clId="{BD97A1F4-D397-40E7-BA1E-6D6DF37BB6B7}" dt="2026-01-21T13:59:34.608" v="41" actId="2711"/>
          <ac:spMkLst>
            <pc:docMk/>
            <pc:sldMk cId="1754499410" sldId="277"/>
            <ac:spMk id="7" creationId="{1EECDC37-FE89-1D2C-D8FA-CB47D4912940}"/>
          </ac:spMkLst>
        </pc:spChg>
        <pc:spChg chg="mod">
          <ac:chgData name="Hendrik Jan Smit" userId="5571e904-965a-470c-bee8-b4b564478074" providerId="ADAL" clId="{BD97A1F4-D397-40E7-BA1E-6D6DF37BB6B7}" dt="2026-01-21T13:59:34.608" v="41" actId="2711"/>
          <ac:spMkLst>
            <pc:docMk/>
            <pc:sldMk cId="1754499410" sldId="277"/>
            <ac:spMk id="8" creationId="{CEE214AF-A173-CB52-78EC-A6D1AB230929}"/>
          </ac:spMkLst>
        </pc:spChg>
        <pc:spChg chg="mod">
          <ac:chgData name="Hendrik Jan Smit" userId="5571e904-965a-470c-bee8-b4b564478074" providerId="ADAL" clId="{BD97A1F4-D397-40E7-BA1E-6D6DF37BB6B7}" dt="2026-01-21T13:59:34.608" v="41" actId="2711"/>
          <ac:spMkLst>
            <pc:docMk/>
            <pc:sldMk cId="1754499410" sldId="277"/>
            <ac:spMk id="15" creationId="{5CFD7077-4C91-8EE4-B967-CE3A9854B834}"/>
          </ac:spMkLst>
        </pc:spChg>
        <pc:spChg chg="mod">
          <ac:chgData name="Hendrik Jan Smit" userId="5571e904-965a-470c-bee8-b4b564478074" providerId="ADAL" clId="{BD97A1F4-D397-40E7-BA1E-6D6DF37BB6B7}" dt="2026-01-21T13:59:34.608" v="41" actId="2711"/>
          <ac:spMkLst>
            <pc:docMk/>
            <pc:sldMk cId="1754499410" sldId="277"/>
            <ac:spMk id="16" creationId="{599F0AF0-B2B2-0733-FB6A-3D651FE57C1C}"/>
          </ac:spMkLst>
        </pc:spChg>
      </pc:sldChg>
      <pc:sldChg chg="modSp mod">
        <pc:chgData name="Hendrik Jan Smit" userId="5571e904-965a-470c-bee8-b4b564478074" providerId="ADAL" clId="{BD97A1F4-D397-40E7-BA1E-6D6DF37BB6B7}" dt="2026-01-21T11:11:54.903" v="18" actId="113"/>
        <pc:sldMkLst>
          <pc:docMk/>
          <pc:sldMk cId="77114357" sldId="278"/>
        </pc:sldMkLst>
        <pc:spChg chg="mod">
          <ac:chgData name="Hendrik Jan Smit" userId="5571e904-965a-470c-bee8-b4b564478074" providerId="ADAL" clId="{BD97A1F4-D397-40E7-BA1E-6D6DF37BB6B7}" dt="2026-01-21T11:11:54.903" v="18" actId="113"/>
          <ac:spMkLst>
            <pc:docMk/>
            <pc:sldMk cId="77114357" sldId="278"/>
            <ac:spMk id="3" creationId="{66279CE4-988A-C045-3D38-BC63C4744839}"/>
          </ac:spMkLst>
        </pc:spChg>
      </pc:sldChg>
      <pc:sldChg chg="addSp delSp modSp mod addAnim delAnim modAnim">
        <pc:chgData name="Hendrik Jan Smit" userId="5571e904-965a-470c-bee8-b4b564478074" providerId="ADAL" clId="{BD97A1F4-D397-40E7-BA1E-6D6DF37BB6B7}" dt="2026-01-21T11:12:42.160" v="34" actId="27636"/>
        <pc:sldMkLst>
          <pc:docMk/>
          <pc:sldMk cId="3455433187" sldId="279"/>
        </pc:sldMkLst>
        <pc:spChg chg="mod">
          <ac:chgData name="Hendrik Jan Smit" userId="5571e904-965a-470c-bee8-b4b564478074" providerId="ADAL" clId="{BD97A1F4-D397-40E7-BA1E-6D6DF37BB6B7}" dt="2026-01-19T15:39:31.885" v="15" actId="1076"/>
          <ac:spMkLst>
            <pc:docMk/>
            <pc:sldMk cId="3455433187" sldId="279"/>
            <ac:spMk id="3" creationId="{BCAA11ED-2B4B-CB24-55A5-06128308C772}"/>
          </ac:spMkLst>
        </pc:spChg>
        <pc:spChg chg="mod">
          <ac:chgData name="Hendrik Jan Smit" userId="5571e904-965a-470c-bee8-b4b564478074" providerId="ADAL" clId="{BD97A1F4-D397-40E7-BA1E-6D6DF37BB6B7}" dt="2026-01-21T11:12:42.160" v="34" actId="27636"/>
          <ac:spMkLst>
            <pc:docMk/>
            <pc:sldMk cId="3455433187" sldId="279"/>
            <ac:spMk id="5" creationId="{5F6671C4-E2C8-14D2-A774-1F92C33EF022}"/>
          </ac:spMkLst>
        </pc:spChg>
        <pc:spChg chg="add del">
          <ac:chgData name="Hendrik Jan Smit" userId="5571e904-965a-470c-bee8-b4b564478074" providerId="ADAL" clId="{BD97A1F4-D397-40E7-BA1E-6D6DF37BB6B7}" dt="2026-01-19T15:39:25.778" v="14" actId="478"/>
          <ac:spMkLst>
            <pc:docMk/>
            <pc:sldMk cId="3455433187" sldId="279"/>
            <ac:spMk id="17" creationId="{F2834F65-0089-0113-A591-DE4E01EF515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1.3 Balk en rechthoek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H Uitslag balk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zijvlakken heeft een balk?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20078" y="4541086"/>
            <a:ext cx="892558" cy="1412397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8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12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9122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2CC59806-12B4-7908-A6EE-CD39E3BBDA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5712" y="4043584"/>
            <a:ext cx="1473266" cy="89204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zijvlakken van deze balk hebben de vorm van een rechthoek? </a:t>
            </a:r>
          </a:p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2427122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64978" y="2414506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4978" y="3316710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4978" y="4192607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99F0AF0-B2B2-0733-FB6A-3D651FE57C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64978" y="5011890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8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331160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4192664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BE99773-320D-7F48-02E6-52BDE37FBB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5011890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10" name="Afbeelding 9" descr="Afbeelding met lijn, diagram, ontwerp&#10;&#10;Automatisch gegenereerde beschrijving">
            <a:extLst>
              <a:ext uri="{FF2B5EF4-FFF2-40B4-BE49-F238E27FC236}">
                <a16:creationId xmlns:a16="http://schemas.microsoft.com/office/drawing/2014/main" id="{87B66F0F-5B56-890C-B264-0BE18D924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727" y="2108025"/>
            <a:ext cx="3840019" cy="416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2CC59806-12B4-7908-A6EE-CD39E3BBDA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5712" y="2281135"/>
            <a:ext cx="1473266" cy="89204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zijvlakken van deze balk hebben de vorm van een vierkant? </a:t>
            </a:r>
          </a:p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2427122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64978" y="2414506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4978" y="3316710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4978" y="4192607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99F0AF0-B2B2-0733-FB6A-3D651FE57C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64978" y="5011890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8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331160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4192664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BE99773-320D-7F48-02E6-52BDE37FBB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5011890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 descr="Afbeelding met lijn, diagram, Parallel, Perceel&#10;&#10;Automatisch gegenereerde beschrijving">
            <a:extLst>
              <a:ext uri="{FF2B5EF4-FFF2-40B4-BE49-F238E27FC236}">
                <a16:creationId xmlns:a16="http://schemas.microsoft.com/office/drawing/2014/main" id="{5C1CDA0D-A50B-9973-C9F5-BDB52A0C2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41" y="2104287"/>
            <a:ext cx="5400687" cy="361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2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2CC59806-12B4-7908-A6EE-CD39E3BBDA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0" y="3157032"/>
            <a:ext cx="1486558" cy="89204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zijvlakken van deze balk hebben de vorm van een rechthoek? </a:t>
            </a:r>
          </a:p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2427122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64978" y="2414506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4978" y="3316710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64978" y="4192607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99F0AF0-B2B2-0733-FB6A-3D651FE57C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64978" y="5011890"/>
            <a:ext cx="594000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8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3311606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4192664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BE99773-320D-7F48-02E6-52BDE37FBB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5011890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 descr="Afbeelding met lijn, diagram, Parallel, Perceel&#10;&#10;Automatisch gegenereerde beschrijving">
            <a:extLst>
              <a:ext uri="{FF2B5EF4-FFF2-40B4-BE49-F238E27FC236}">
                <a16:creationId xmlns:a16="http://schemas.microsoft.com/office/drawing/2014/main" id="{5C1CDA0D-A50B-9973-C9F5-BDB52A0C2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241" y="2104287"/>
            <a:ext cx="5400687" cy="361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9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9553889" cy="3992039"/>
          </a:xfrm>
        </p:spPr>
        <p:txBody>
          <a:bodyPr>
            <a:normAutofit/>
          </a:bodyPr>
          <a:lstStyle/>
          <a:p>
            <a:r>
              <a:rPr lang="nl-NL" dirty="0"/>
              <a:t>De uitslag van een balk heeft zes zijvlakken.</a:t>
            </a:r>
            <a:br>
              <a:rPr lang="nl-NL" dirty="0"/>
            </a:br>
            <a:r>
              <a:rPr lang="nl-NL" dirty="0"/>
              <a:t>Die zijvlakken hebben de vorm van een rechthoek.</a:t>
            </a:r>
          </a:p>
          <a:p>
            <a:endParaRPr lang="nl-NL" dirty="0"/>
          </a:p>
          <a:p>
            <a:r>
              <a:rPr lang="nl-NL" dirty="0"/>
              <a:t>Soms hebben twee zijvlakken de vorm van een vierkant.</a:t>
            </a:r>
          </a:p>
          <a:p>
            <a:endParaRPr lang="nl-NL" dirty="0"/>
          </a:p>
          <a:p>
            <a:r>
              <a:rPr lang="nl-NL" dirty="0"/>
              <a:t>De zijvlakken die tegenover elkaar liggen zijn even groot.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66279CE4-988A-C045-3D38-BC63C4744839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H Uitslag balk</a:t>
            </a:r>
          </a:p>
        </p:txBody>
      </p:sp>
    </p:spTree>
    <p:extLst>
      <p:ext uri="{BB962C8B-B14F-4D97-AF65-F5344CB8AC3E}">
        <p14:creationId xmlns:p14="http://schemas.microsoft.com/office/powerpoint/2010/main" val="7711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0"/>
            <a:ext cx="10088444" cy="3572251"/>
          </a:xfrm>
        </p:spPr>
        <p:txBody>
          <a:bodyPr>
            <a:normAutofit/>
          </a:bodyPr>
          <a:lstStyle/>
          <a:p>
            <a:r>
              <a:rPr lang="nl-NL" dirty="0"/>
              <a:t>Hieronder zie je een balk en twee verschillende uitslagen van die balk.</a:t>
            </a:r>
          </a:p>
          <a:p>
            <a:endParaRPr lang="nl-NL" dirty="0"/>
          </a:p>
          <a:p>
            <a:r>
              <a:rPr lang="nl-NL" dirty="0"/>
              <a:t>De zijvlakken die even groot</a:t>
            </a:r>
            <a:br>
              <a:rPr lang="nl-NL" dirty="0"/>
            </a:br>
            <a:r>
              <a:rPr lang="nl-NL" dirty="0"/>
              <a:t>zijn hebben dezelfde kleur.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b="1" dirty="0"/>
              <a:t>Leerdoel </a:t>
            </a:r>
            <a:r>
              <a:rPr lang="nl-NL" dirty="0"/>
              <a:t> Je kunt benoemen of een figuur een uitslag van een balk is.</a:t>
            </a:r>
          </a:p>
        </p:txBody>
      </p:sp>
      <p:pic>
        <p:nvPicPr>
          <p:cNvPr id="4" name="Afbeelding 3" descr="Afbeelding met diagram&#10;&#10;Automatisch gegenereerde beschrijving">
            <a:extLst>
              <a:ext uri="{FF2B5EF4-FFF2-40B4-BE49-F238E27FC236}">
                <a16:creationId xmlns:a16="http://schemas.microsoft.com/office/drawing/2014/main" id="{2D149372-DE8D-4533-E089-C29F8F87A2C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0539" y="1780584"/>
            <a:ext cx="4794840" cy="3572251"/>
          </a:xfrm>
          <a:prstGeom prst="rect">
            <a:avLst/>
          </a:prstGeom>
        </p:spPr>
      </p:pic>
      <p:sp>
        <p:nvSpPr>
          <p:cNvPr id="3" name="Ondertitel 1">
            <a:extLst>
              <a:ext uri="{FF2B5EF4-FFF2-40B4-BE49-F238E27FC236}">
                <a16:creationId xmlns:a16="http://schemas.microsoft.com/office/drawing/2014/main" id="{574749B1-FFD9-A5DC-2F9F-105F0A37E7C5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H Uitslag balk</a:t>
            </a:r>
          </a:p>
        </p:txBody>
      </p:sp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5932284" cy="739260"/>
          </a:xfrm>
        </p:spPr>
        <p:txBody>
          <a:bodyPr/>
          <a:lstStyle/>
          <a:p>
            <a:r>
              <a:rPr lang="nl-NL" dirty="0"/>
              <a:t>Testopgave Uitslag balk (blz. 39)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1660"/>
            <a:ext cx="8203558" cy="826885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Welke figuren zijn een uitslag van een balk?</a:t>
            </a:r>
          </a:p>
        </p:txBody>
      </p:sp>
      <p:pic>
        <p:nvPicPr>
          <p:cNvPr id="4" name="Afbeelding 3" descr="Afbeelding met plein, diagram, Rechthoek, lijn&#10;&#10;Automatisch gegenereerde beschrijving">
            <a:extLst>
              <a:ext uri="{FF2B5EF4-FFF2-40B4-BE49-F238E27FC236}">
                <a16:creationId xmlns:a16="http://schemas.microsoft.com/office/drawing/2014/main" id="{212CAFC6-76AB-3877-6FA8-91BDA31E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78" y="2590920"/>
            <a:ext cx="7683180" cy="279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7" y="1112400"/>
            <a:ext cx="5863273" cy="739260"/>
          </a:xfrm>
        </p:spPr>
        <p:txBody>
          <a:bodyPr>
            <a:normAutofit/>
          </a:bodyPr>
          <a:lstStyle/>
          <a:p>
            <a:r>
              <a:rPr lang="nl-NL" dirty="0"/>
              <a:t>Testopgave Uitslag balk (blz. 39)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1660"/>
            <a:ext cx="8203558" cy="826885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Welke figuren zijn een uitslag van een balk?</a:t>
            </a:r>
          </a:p>
        </p:txBody>
      </p:sp>
      <p:pic>
        <p:nvPicPr>
          <p:cNvPr id="4" name="Afbeelding 3" descr="Afbeelding met plein, diagram, Rechthoek, lijn&#10;&#10;Automatisch gegenereerde beschrijving">
            <a:extLst>
              <a:ext uri="{FF2B5EF4-FFF2-40B4-BE49-F238E27FC236}">
                <a16:creationId xmlns:a16="http://schemas.microsoft.com/office/drawing/2014/main" id="{212CAFC6-76AB-3877-6FA8-91BDA31E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78" y="2590920"/>
            <a:ext cx="7683180" cy="2791411"/>
          </a:xfrm>
          <a:prstGeom prst="rect">
            <a:avLst/>
          </a:prstGeom>
        </p:spPr>
      </p:pic>
      <p:pic>
        <p:nvPicPr>
          <p:cNvPr id="9" name="Graphic 8" descr="Sluiten met effen opvulling">
            <a:extLst>
              <a:ext uri="{FF2B5EF4-FFF2-40B4-BE49-F238E27FC236}">
                <a16:creationId xmlns:a16="http://schemas.microsoft.com/office/drawing/2014/main" id="{FED4CCAF-1DC4-F8EE-F574-0E1CBDC2B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5907" y="5127660"/>
            <a:ext cx="254671" cy="254671"/>
          </a:xfrm>
          <a:prstGeom prst="rect">
            <a:avLst/>
          </a:prstGeom>
        </p:spPr>
      </p:pic>
      <p:pic>
        <p:nvPicPr>
          <p:cNvPr id="10" name="Graphic 9" descr="Sluiten met effen opvulling">
            <a:extLst>
              <a:ext uri="{FF2B5EF4-FFF2-40B4-BE49-F238E27FC236}">
                <a16:creationId xmlns:a16="http://schemas.microsoft.com/office/drawing/2014/main" id="{156885F5-AA55-3245-B81C-CCE2A75C4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1432" y="5127659"/>
            <a:ext cx="254671" cy="254671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CBABE8CB-9610-93E9-CD68-D0AD58D08B31}"/>
              </a:ext>
            </a:extLst>
          </p:cNvPr>
          <p:cNvSpPr txBox="1"/>
          <p:nvPr/>
        </p:nvSpPr>
        <p:spPr>
          <a:xfrm>
            <a:off x="4798270" y="5383601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14B18742-EF5E-95D4-707E-7DB51982A9AF}"/>
              </a:ext>
            </a:extLst>
          </p:cNvPr>
          <p:cNvSpPr txBox="1"/>
          <p:nvPr/>
        </p:nvSpPr>
        <p:spPr>
          <a:xfrm>
            <a:off x="7093795" y="5379866"/>
            <a:ext cx="48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3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8543221" y="5127660"/>
            <a:ext cx="2016928" cy="1037857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</a:p>
          <a:p>
            <a:r>
              <a:rPr lang="nl-NL" dirty="0"/>
              <a:t>1</a:t>
            </a:r>
          </a:p>
          <a:p>
            <a:r>
              <a:rPr lang="nl-NL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5543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3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4C4E7A-E4B6-4A32-8CEB-6FECCB43B894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271569a7-1784-4b50-bede-f81c246730b5"/>
    <ds:schemaRef ds:uri="http://schemas.openxmlformats.org/package/2006/metadata/core-properties"/>
    <ds:schemaRef ds:uri="d27e653b-d318-4ef3-ba38-8d23e212adcb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83FBFA5-64DE-472B-A68E-65CC421C82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vFF_GR14_BasisPowerPoint</Template>
  <TotalTime>44</TotalTime>
  <Words>247</Words>
  <Application>Microsoft Office PowerPoint</Application>
  <PresentationFormat>Breedbeeld</PresentationFormat>
  <Paragraphs>69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4" baseType="lpstr">
      <vt:lpstr>Calibri</vt:lpstr>
      <vt:lpstr>Tahoma</vt:lpstr>
      <vt:lpstr>Times New Roman</vt:lpstr>
      <vt:lpstr>Arial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Hendrik Jan Smit</dc:creator>
  <dc:description/>
  <cp:lastModifiedBy>Hendrik Jan Smit</cp:lastModifiedBy>
  <cp:revision>10</cp:revision>
  <dcterms:created xsi:type="dcterms:W3CDTF">2025-10-30T12:14:14Z</dcterms:created>
  <dcterms:modified xsi:type="dcterms:W3CDTF">2026-02-10T12:45:21Z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ediaServiceImageTags">
    <vt:lpwstr/>
  </property>
</Properties>
</file>