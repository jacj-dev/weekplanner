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60" r:id="rId5"/>
    <p:sldId id="274" r:id="rId6"/>
    <p:sldId id="275" r:id="rId7"/>
    <p:sldId id="276" r:id="rId8"/>
    <p:sldId id="277" r:id="rId9"/>
    <p:sldId id="279" r:id="rId10"/>
    <p:sldId id="278" r:id="rId11"/>
    <p:sldId id="280" r:id="rId12"/>
    <p:sldId id="281" r:id="rId13"/>
    <p:sldId id="269" r:id="rId14"/>
    <p:sldId id="272" r:id="rId15"/>
    <p:sldId id="283" r:id="rId16"/>
    <p:sldId id="282" r:id="rId17"/>
  </p:sldIdLst>
  <p:sldSz cx="12192000" cy="6858000"/>
  <p:notesSz cx="6858000" cy="9144000"/>
  <p:embeddedFontLst>
    <p:embeddedFont>
      <p:font typeface="Tahoma" panose="020B0604030504040204" pitchFamily="34" charset="0"/>
      <p:regular r:id="rId20"/>
      <p:bold r:id="rId21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1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99FF"/>
    <a:srgbClr val="F78D8D"/>
    <a:srgbClr val="9DC3E6"/>
    <a:srgbClr val="FFFF00"/>
    <a:srgbClr val="92D050"/>
    <a:srgbClr val="F9B000"/>
    <a:srgbClr val="A97D7E"/>
    <a:srgbClr val="EAEECD"/>
    <a:srgbClr val="E9EE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A3C672-1073-46B1-8A18-8FD14EAB57C2}" v="21" dt="2026-02-24T08:16:23.8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2"/>
  </p:normalViewPr>
  <p:slideViewPr>
    <p:cSldViewPr snapToGrid="0" snapToObjects="1">
      <p:cViewPr varScale="1">
        <p:scale>
          <a:sx n="111" d="100"/>
          <a:sy n="111" d="100"/>
        </p:scale>
        <p:origin x="594" y="78"/>
      </p:cViewPr>
      <p:guideLst>
        <p:guide orient="horz" pos="259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114" d="100"/>
          <a:sy n="114" d="100"/>
        </p:scale>
        <p:origin x="5094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oksbergen" userId="fea57724-933b-4009-85de-d6e631dbc231" providerId="ADAL" clId="{0593DD17-017D-4879-923D-48F6DB4E361D}"/>
    <pc:docChg chg="undo custSel addSld modSld sldOrd">
      <pc:chgData name="David Hoksbergen" userId="fea57724-933b-4009-85de-d6e631dbc231" providerId="ADAL" clId="{0593DD17-017D-4879-923D-48F6DB4E361D}" dt="2026-02-24T08:17:43.684" v="184" actId="1076"/>
      <pc:docMkLst>
        <pc:docMk/>
      </pc:docMkLst>
      <pc:sldChg chg="modSp mod modAnim">
        <pc:chgData name="David Hoksbergen" userId="fea57724-933b-4009-85de-d6e631dbc231" providerId="ADAL" clId="{0593DD17-017D-4879-923D-48F6DB4E361D}" dt="2026-02-24T08:16:10.776" v="178"/>
        <pc:sldMkLst>
          <pc:docMk/>
          <pc:sldMk cId="105504778" sldId="272"/>
        </pc:sldMkLst>
        <pc:picChg chg="mod">
          <ac:chgData name="David Hoksbergen" userId="fea57724-933b-4009-85de-d6e631dbc231" providerId="ADAL" clId="{0593DD17-017D-4879-923D-48F6DB4E361D}" dt="2026-02-24T08:14:29.524" v="108" actId="1038"/>
          <ac:picMkLst>
            <pc:docMk/>
            <pc:sldMk cId="105504778" sldId="272"/>
            <ac:picMk id="4" creationId="{5F81E7F4-8AB0-8DC0-BC9A-33B6B18837AD}"/>
          </ac:picMkLst>
        </pc:picChg>
      </pc:sldChg>
      <pc:sldChg chg="addSp delSp modSp mod delAnim modAnim">
        <pc:chgData name="David Hoksbergen" userId="fea57724-933b-4009-85de-d6e631dbc231" providerId="ADAL" clId="{0593DD17-017D-4879-923D-48F6DB4E361D}" dt="2026-02-24T08:17:43.684" v="184" actId="1076"/>
        <pc:sldMkLst>
          <pc:docMk/>
          <pc:sldMk cId="1751965178" sldId="282"/>
        </pc:sldMkLst>
        <pc:spChg chg="del">
          <ac:chgData name="David Hoksbergen" userId="fea57724-933b-4009-85de-d6e631dbc231" providerId="ADAL" clId="{0593DD17-017D-4879-923D-48F6DB4E361D}" dt="2026-02-24T08:13:38.237" v="54" actId="478"/>
          <ac:spMkLst>
            <pc:docMk/>
            <pc:sldMk cId="1751965178" sldId="282"/>
            <ac:spMk id="3" creationId="{294BECEA-B757-AD3B-3777-EB68DE481E0D}"/>
          </ac:spMkLst>
        </pc:spChg>
        <pc:spChg chg="mod">
          <ac:chgData name="David Hoksbergen" userId="fea57724-933b-4009-85de-d6e631dbc231" providerId="ADAL" clId="{0593DD17-017D-4879-923D-48F6DB4E361D}" dt="2026-02-24T08:17:43.684" v="184" actId="1076"/>
          <ac:spMkLst>
            <pc:docMk/>
            <pc:sldMk cId="1751965178" sldId="282"/>
            <ac:spMk id="4" creationId="{BCAA11ED-2B4B-CB24-55A5-06128308C772}"/>
          </ac:spMkLst>
        </pc:spChg>
        <pc:spChg chg="del">
          <ac:chgData name="David Hoksbergen" userId="fea57724-933b-4009-85de-d6e631dbc231" providerId="ADAL" clId="{0593DD17-017D-4879-923D-48F6DB4E361D}" dt="2026-02-24T08:14:39.082" v="110" actId="478"/>
          <ac:spMkLst>
            <pc:docMk/>
            <pc:sldMk cId="1751965178" sldId="282"/>
            <ac:spMk id="5" creationId="{5F6671C4-E2C8-14D2-A774-1F92C33EF022}"/>
          </ac:spMkLst>
        </pc:spChg>
        <pc:spChg chg="mod">
          <ac:chgData name="David Hoksbergen" userId="fea57724-933b-4009-85de-d6e631dbc231" providerId="ADAL" clId="{0593DD17-017D-4879-923D-48F6DB4E361D}" dt="2026-02-24T08:15:10.974" v="162" actId="1035"/>
          <ac:spMkLst>
            <pc:docMk/>
            <pc:sldMk cId="1751965178" sldId="282"/>
            <ac:spMk id="6" creationId="{CE39BB88-5B3C-76A5-B92B-6FB664CEDB08}"/>
          </ac:spMkLst>
        </pc:spChg>
        <pc:spChg chg="del">
          <ac:chgData name="David Hoksbergen" userId="fea57724-933b-4009-85de-d6e631dbc231" providerId="ADAL" clId="{0593DD17-017D-4879-923D-48F6DB4E361D}" dt="2026-02-24T08:13:38.237" v="54" actId="478"/>
          <ac:spMkLst>
            <pc:docMk/>
            <pc:sldMk cId="1751965178" sldId="282"/>
            <ac:spMk id="7" creationId="{4C200D22-99B2-5EA4-AB2E-961B767A1A70}"/>
          </ac:spMkLst>
        </pc:spChg>
        <pc:spChg chg="del mod">
          <ac:chgData name="David Hoksbergen" userId="fea57724-933b-4009-85de-d6e631dbc231" providerId="ADAL" clId="{0593DD17-017D-4879-923D-48F6DB4E361D}" dt="2026-02-24T08:15:21.920" v="163" actId="478"/>
          <ac:spMkLst>
            <pc:docMk/>
            <pc:sldMk cId="1751965178" sldId="282"/>
            <ac:spMk id="8" creationId="{F2B80172-2F62-F00C-35F1-4C4046B1651C}"/>
          </ac:spMkLst>
        </pc:spChg>
        <pc:spChg chg="del mod">
          <ac:chgData name="David Hoksbergen" userId="fea57724-933b-4009-85de-d6e631dbc231" providerId="ADAL" clId="{0593DD17-017D-4879-923D-48F6DB4E361D}" dt="2026-02-24T08:15:21.920" v="163" actId="478"/>
          <ac:spMkLst>
            <pc:docMk/>
            <pc:sldMk cId="1751965178" sldId="282"/>
            <ac:spMk id="9" creationId="{5DB56C05-CF52-0D03-0007-6EAF46CF4B9C}"/>
          </ac:spMkLst>
        </pc:spChg>
        <pc:spChg chg="add mod">
          <ac:chgData name="David Hoksbergen" userId="fea57724-933b-4009-85de-d6e631dbc231" providerId="ADAL" clId="{0593DD17-017D-4879-923D-48F6DB4E361D}" dt="2026-02-24T08:14:35.889" v="109"/>
          <ac:spMkLst>
            <pc:docMk/>
            <pc:sldMk cId="1751965178" sldId="282"/>
            <ac:spMk id="10" creationId="{E832C323-D6D5-4A9D-79DA-A77483C33D08}"/>
          </ac:spMkLst>
        </pc:spChg>
        <pc:spChg chg="del">
          <ac:chgData name="David Hoksbergen" userId="fea57724-933b-4009-85de-d6e631dbc231" providerId="ADAL" clId="{0593DD17-017D-4879-923D-48F6DB4E361D}" dt="2026-02-24T08:13:38.237" v="54" actId="478"/>
          <ac:spMkLst>
            <pc:docMk/>
            <pc:sldMk cId="1751965178" sldId="282"/>
            <ac:spMk id="11" creationId="{5F916350-FF7C-EE18-9C6A-20F8C409A21F}"/>
          </ac:spMkLst>
        </pc:spChg>
        <pc:spChg chg="del">
          <ac:chgData name="David Hoksbergen" userId="fea57724-933b-4009-85de-d6e631dbc231" providerId="ADAL" clId="{0593DD17-017D-4879-923D-48F6DB4E361D}" dt="2026-02-24T08:13:38.237" v="54" actId="478"/>
          <ac:spMkLst>
            <pc:docMk/>
            <pc:sldMk cId="1751965178" sldId="282"/>
            <ac:spMk id="12" creationId="{D8EA38DF-3562-9CCA-91C6-E9DF54CE384C}"/>
          </ac:spMkLst>
        </pc:spChg>
        <pc:spChg chg="mod">
          <ac:chgData name="David Hoksbergen" userId="fea57724-933b-4009-85de-d6e631dbc231" providerId="ADAL" clId="{0593DD17-017D-4879-923D-48F6DB4E361D}" dt="2026-02-24T08:15:10.974" v="162" actId="1035"/>
          <ac:spMkLst>
            <pc:docMk/>
            <pc:sldMk cId="1751965178" sldId="282"/>
            <ac:spMk id="13" creationId="{BCF53EBF-5C6E-C473-10BB-0394E737C9B0}"/>
          </ac:spMkLst>
        </pc:spChg>
        <pc:spChg chg="mod">
          <ac:chgData name="David Hoksbergen" userId="fea57724-933b-4009-85de-d6e631dbc231" providerId="ADAL" clId="{0593DD17-017D-4879-923D-48F6DB4E361D}" dt="2026-02-24T08:15:10.974" v="162" actId="1035"/>
          <ac:spMkLst>
            <pc:docMk/>
            <pc:sldMk cId="1751965178" sldId="282"/>
            <ac:spMk id="14" creationId="{15A57F87-3259-9FF5-3CE8-EA6D934C372C}"/>
          </ac:spMkLst>
        </pc:spChg>
        <pc:spChg chg="mod">
          <ac:chgData name="David Hoksbergen" userId="fea57724-933b-4009-85de-d6e631dbc231" providerId="ADAL" clId="{0593DD17-017D-4879-923D-48F6DB4E361D}" dt="2026-02-24T08:14:23.771" v="93" actId="1038"/>
          <ac:spMkLst>
            <pc:docMk/>
            <pc:sldMk cId="1751965178" sldId="282"/>
            <ac:spMk id="17" creationId="{C97A2ED3-F26D-FE4F-D884-DEE6DADC5227}"/>
          </ac:spMkLst>
        </pc:spChg>
        <pc:spChg chg="mod">
          <ac:chgData name="David Hoksbergen" userId="fea57724-933b-4009-85de-d6e631dbc231" providerId="ADAL" clId="{0593DD17-017D-4879-923D-48F6DB4E361D}" dt="2026-02-24T08:14:23.771" v="93" actId="1038"/>
          <ac:spMkLst>
            <pc:docMk/>
            <pc:sldMk cId="1751965178" sldId="282"/>
            <ac:spMk id="18" creationId="{33D3AFFF-54E9-479D-EB75-59D68BCE1880}"/>
          </ac:spMkLst>
        </pc:spChg>
        <pc:spChg chg="add del mod">
          <ac:chgData name="David Hoksbergen" userId="fea57724-933b-4009-85de-d6e631dbc231" providerId="ADAL" clId="{0593DD17-017D-4879-923D-48F6DB4E361D}" dt="2026-02-24T08:14:40.503" v="111" actId="478"/>
          <ac:spMkLst>
            <pc:docMk/>
            <pc:sldMk cId="1751965178" sldId="282"/>
            <ac:spMk id="20" creationId="{EDD91276-D100-A27E-602E-F0824BB24232}"/>
          </ac:spMkLst>
        </pc:spChg>
        <pc:spChg chg="add mod">
          <ac:chgData name="David Hoksbergen" userId="fea57724-933b-4009-85de-d6e631dbc231" providerId="ADAL" clId="{0593DD17-017D-4879-923D-48F6DB4E361D}" dt="2026-02-24T08:15:22.549" v="164"/>
          <ac:spMkLst>
            <pc:docMk/>
            <pc:sldMk cId="1751965178" sldId="282"/>
            <ac:spMk id="23" creationId="{3FD4BE2D-0679-8A40-B323-0D46F12B72B3}"/>
          </ac:spMkLst>
        </pc:spChg>
        <pc:spChg chg="add mod">
          <ac:chgData name="David Hoksbergen" userId="fea57724-933b-4009-85de-d6e631dbc231" providerId="ADAL" clId="{0593DD17-017D-4879-923D-48F6DB4E361D}" dt="2026-02-24T08:15:36.311" v="176" actId="1035"/>
          <ac:spMkLst>
            <pc:docMk/>
            <pc:sldMk cId="1751965178" sldId="282"/>
            <ac:spMk id="24" creationId="{F6AF51AF-1BF0-BF30-7B03-C463126D0A93}"/>
          </ac:spMkLst>
        </pc:spChg>
        <pc:grpChg chg="mod">
          <ac:chgData name="David Hoksbergen" userId="fea57724-933b-4009-85de-d6e631dbc231" providerId="ADAL" clId="{0593DD17-017D-4879-923D-48F6DB4E361D}" dt="2026-02-24T08:14:23.771" v="93" actId="1038"/>
          <ac:grpSpMkLst>
            <pc:docMk/>
            <pc:sldMk cId="1751965178" sldId="282"/>
            <ac:grpSpMk id="22" creationId="{8E7084F8-58C4-4F07-3A18-7025320C4CB2}"/>
          </ac:grpSpMkLst>
        </pc:grpChg>
        <pc:picChg chg="mod">
          <ac:chgData name="David Hoksbergen" userId="fea57724-933b-4009-85de-d6e631dbc231" providerId="ADAL" clId="{0593DD17-017D-4879-923D-48F6DB4E361D}" dt="2026-02-24T08:14:23.771" v="93" actId="1038"/>
          <ac:picMkLst>
            <pc:docMk/>
            <pc:sldMk cId="1751965178" sldId="282"/>
            <ac:picMk id="16" creationId="{D6897D55-F114-9147-EEA4-0A0E7688BAD6}"/>
          </ac:picMkLst>
        </pc:picChg>
      </pc:sldChg>
      <pc:sldChg chg="addSp delSp modSp add mod ord delAnim modAnim">
        <pc:chgData name="David Hoksbergen" userId="fea57724-933b-4009-85de-d6e631dbc231" providerId="ADAL" clId="{0593DD17-017D-4879-923D-48F6DB4E361D}" dt="2026-02-24T08:15:33.761" v="172" actId="1035"/>
        <pc:sldMkLst>
          <pc:docMk/>
          <pc:sldMk cId="960562865" sldId="283"/>
        </pc:sldMkLst>
        <pc:spChg chg="mod">
          <ac:chgData name="David Hoksbergen" userId="fea57724-933b-4009-85de-d6e631dbc231" providerId="ADAL" clId="{0593DD17-017D-4879-923D-48F6DB4E361D}" dt="2026-02-24T08:13:27.857" v="48" actId="1036"/>
          <ac:spMkLst>
            <pc:docMk/>
            <pc:sldMk cId="960562865" sldId="283"/>
            <ac:spMk id="3" creationId="{BE545995-837A-C2AD-699A-EEABD572BA09}"/>
          </ac:spMkLst>
        </pc:spChg>
        <pc:spChg chg="del">
          <ac:chgData name="David Hoksbergen" userId="fea57724-933b-4009-85de-d6e631dbc231" providerId="ADAL" clId="{0593DD17-017D-4879-923D-48F6DB4E361D}" dt="2026-02-24T08:12:08.874" v="3" actId="478"/>
          <ac:spMkLst>
            <pc:docMk/>
            <pc:sldMk cId="960562865" sldId="283"/>
            <ac:spMk id="4" creationId="{3DCE5052-31E7-6D3D-659D-1D1E1F683E68}"/>
          </ac:spMkLst>
        </pc:spChg>
        <pc:spChg chg="del">
          <ac:chgData name="David Hoksbergen" userId="fea57724-933b-4009-85de-d6e631dbc231" providerId="ADAL" clId="{0593DD17-017D-4879-923D-48F6DB4E361D}" dt="2026-02-24T08:13:09.321" v="36" actId="478"/>
          <ac:spMkLst>
            <pc:docMk/>
            <pc:sldMk cId="960562865" sldId="283"/>
            <ac:spMk id="5" creationId="{2F5A7120-1A2F-B37A-D13A-62E06941CEAB}"/>
          </ac:spMkLst>
        </pc:spChg>
        <pc:spChg chg="mod">
          <ac:chgData name="David Hoksbergen" userId="fea57724-933b-4009-85de-d6e631dbc231" providerId="ADAL" clId="{0593DD17-017D-4879-923D-48F6DB4E361D}" dt="2026-02-24T08:13:00.682" v="35" actId="1035"/>
          <ac:spMkLst>
            <pc:docMk/>
            <pc:sldMk cId="960562865" sldId="283"/>
            <ac:spMk id="6" creationId="{FFB43706-F1D8-8C42-DDB8-B1557E6C9B8D}"/>
          </ac:spMkLst>
        </pc:spChg>
        <pc:spChg chg="mod">
          <ac:chgData name="David Hoksbergen" userId="fea57724-933b-4009-85de-d6e631dbc231" providerId="ADAL" clId="{0593DD17-017D-4879-923D-48F6DB4E361D}" dt="2026-02-24T08:15:33.761" v="172" actId="1035"/>
          <ac:spMkLst>
            <pc:docMk/>
            <pc:sldMk cId="960562865" sldId="283"/>
            <ac:spMk id="7" creationId="{F9C15A0F-55D2-7631-C66A-822EDEF07EBE}"/>
          </ac:spMkLst>
        </pc:spChg>
        <pc:spChg chg="del">
          <ac:chgData name="David Hoksbergen" userId="fea57724-933b-4009-85de-d6e631dbc231" providerId="ADAL" clId="{0593DD17-017D-4879-923D-48F6DB4E361D}" dt="2026-02-24T08:12:13.969" v="6" actId="478"/>
          <ac:spMkLst>
            <pc:docMk/>
            <pc:sldMk cId="960562865" sldId="283"/>
            <ac:spMk id="8" creationId="{2FB68B86-C034-A3B5-B340-7BEF1782ACE3}"/>
          </ac:spMkLst>
        </pc:spChg>
        <pc:spChg chg="del">
          <ac:chgData name="David Hoksbergen" userId="fea57724-933b-4009-85de-d6e631dbc231" providerId="ADAL" clId="{0593DD17-017D-4879-923D-48F6DB4E361D}" dt="2026-02-24T08:12:13.969" v="6" actId="478"/>
          <ac:spMkLst>
            <pc:docMk/>
            <pc:sldMk cId="960562865" sldId="283"/>
            <ac:spMk id="9" creationId="{B0C3D3F5-04D4-2ED0-F04E-ABC0C773CF8A}"/>
          </ac:spMkLst>
        </pc:spChg>
        <pc:spChg chg="mod">
          <ac:chgData name="David Hoksbergen" userId="fea57724-933b-4009-85de-d6e631dbc231" providerId="ADAL" clId="{0593DD17-017D-4879-923D-48F6DB4E361D}" dt="2026-02-24T08:13:24.665" v="41" actId="1036"/>
          <ac:spMkLst>
            <pc:docMk/>
            <pc:sldMk cId="960562865" sldId="283"/>
            <ac:spMk id="11" creationId="{8A93CFEF-8D44-D5A0-3674-4E719A661589}"/>
          </ac:spMkLst>
        </pc:spChg>
        <pc:spChg chg="mod">
          <ac:chgData name="David Hoksbergen" userId="fea57724-933b-4009-85de-d6e631dbc231" providerId="ADAL" clId="{0593DD17-017D-4879-923D-48F6DB4E361D}" dt="2026-02-24T08:13:00.682" v="35" actId="1035"/>
          <ac:spMkLst>
            <pc:docMk/>
            <pc:sldMk cId="960562865" sldId="283"/>
            <ac:spMk id="12" creationId="{6423EF58-3819-DE67-42E2-630D8866ACCB}"/>
          </ac:spMkLst>
        </pc:spChg>
        <pc:spChg chg="del">
          <ac:chgData name="David Hoksbergen" userId="fea57724-933b-4009-85de-d6e631dbc231" providerId="ADAL" clId="{0593DD17-017D-4879-923D-48F6DB4E361D}" dt="2026-02-24T08:12:13.969" v="6" actId="478"/>
          <ac:spMkLst>
            <pc:docMk/>
            <pc:sldMk cId="960562865" sldId="283"/>
            <ac:spMk id="13" creationId="{1D9D6A89-C2F9-EC29-6F9C-809F40243FD1}"/>
          </ac:spMkLst>
        </pc:spChg>
        <pc:spChg chg="del">
          <ac:chgData name="David Hoksbergen" userId="fea57724-933b-4009-85de-d6e631dbc231" providerId="ADAL" clId="{0593DD17-017D-4879-923D-48F6DB4E361D}" dt="2026-02-24T08:12:13.969" v="6" actId="478"/>
          <ac:spMkLst>
            <pc:docMk/>
            <pc:sldMk cId="960562865" sldId="283"/>
            <ac:spMk id="14" creationId="{6807B4A7-FC58-CA7A-8F9D-A676F34D9CE2}"/>
          </ac:spMkLst>
        </pc:spChg>
        <pc:spChg chg="add del mod">
          <ac:chgData name="David Hoksbergen" userId="fea57724-933b-4009-85de-d6e631dbc231" providerId="ADAL" clId="{0593DD17-017D-4879-923D-48F6DB4E361D}" dt="2026-02-24T08:13:11.224" v="37" actId="478"/>
          <ac:spMkLst>
            <pc:docMk/>
            <pc:sldMk cId="960562865" sldId="283"/>
            <ac:spMk id="15" creationId="{3CD8430D-CA7C-2601-2FAA-EC35FC5EAA0B}"/>
          </ac:spMkLst>
        </pc:spChg>
        <pc:spChg chg="del">
          <ac:chgData name="David Hoksbergen" userId="fea57724-933b-4009-85de-d6e631dbc231" providerId="ADAL" clId="{0593DD17-017D-4879-923D-48F6DB4E361D}" dt="2026-02-24T08:12:05.954" v="2" actId="478"/>
          <ac:spMkLst>
            <pc:docMk/>
            <pc:sldMk cId="960562865" sldId="283"/>
            <ac:spMk id="17" creationId="{BFF93033-A063-87E6-5611-706DA75FEFAA}"/>
          </ac:spMkLst>
        </pc:spChg>
        <pc:spChg chg="del">
          <ac:chgData name="David Hoksbergen" userId="fea57724-933b-4009-85de-d6e631dbc231" providerId="ADAL" clId="{0593DD17-017D-4879-923D-48F6DB4E361D}" dt="2026-02-24T08:12:05.954" v="2" actId="478"/>
          <ac:spMkLst>
            <pc:docMk/>
            <pc:sldMk cId="960562865" sldId="283"/>
            <ac:spMk id="18" creationId="{FEAF5C64-2EF1-8C7A-DCAF-BBEF433ADB23}"/>
          </ac:spMkLst>
        </pc:spChg>
        <pc:spChg chg="add mod">
          <ac:chgData name="David Hoksbergen" userId="fea57724-933b-4009-85de-d6e631dbc231" providerId="ADAL" clId="{0593DD17-017D-4879-923D-48F6DB4E361D}" dt="2026-02-24T08:13:11.476" v="38"/>
          <ac:spMkLst>
            <pc:docMk/>
            <pc:sldMk cId="960562865" sldId="283"/>
            <ac:spMk id="20" creationId="{B7D370BD-6E8A-AC61-1DA4-03462D93E620}"/>
          </ac:spMkLst>
        </pc:spChg>
        <pc:grpChg chg="del">
          <ac:chgData name="David Hoksbergen" userId="fea57724-933b-4009-85de-d6e631dbc231" providerId="ADAL" clId="{0593DD17-017D-4879-923D-48F6DB4E361D}" dt="2026-02-24T08:12:05.954" v="2" actId="478"/>
          <ac:grpSpMkLst>
            <pc:docMk/>
            <pc:sldMk cId="960562865" sldId="283"/>
            <ac:grpSpMk id="22" creationId="{ADC5640E-52C8-DD1D-20CE-ECC4B7D16F29}"/>
          </ac:grpSpMkLst>
        </pc:grpChg>
        <pc:picChg chg="del">
          <ac:chgData name="David Hoksbergen" userId="fea57724-933b-4009-85de-d6e631dbc231" providerId="ADAL" clId="{0593DD17-017D-4879-923D-48F6DB4E361D}" dt="2026-02-24T08:12:03.410" v="1" actId="478"/>
          <ac:picMkLst>
            <pc:docMk/>
            <pc:sldMk cId="960562865" sldId="283"/>
            <ac:picMk id="16" creationId="{AC50C443-2644-D0D0-43EF-23C757858E9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975A5E69-913D-7075-6B52-BB95972C9A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5703471-C892-6EE2-6FF0-0BED184EEF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89327-A3CF-4895-B006-55C5A6AF22C9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63DAEE-1E0D-ABCF-577C-B65465E16B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F3A01E0-3A4E-AC81-B4A8-43675C649F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7E87E-B171-4B7C-85F2-E5C471F0458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477199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C7916-0C1F-9E4C-8031-A6DE60001303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1BB6A-67DD-4243-90C8-B0E8B04852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9752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B231BDC9-80EB-54E4-A977-95A7CC6D05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1340" y="191770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1" spc="3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[paragraaftitel]</a:t>
            </a:r>
          </a:p>
        </p:txBody>
      </p:sp>
      <p:sp>
        <p:nvSpPr>
          <p:cNvPr id="8" name="Tijdelijke aanduiding voor tekst 4">
            <a:extLst>
              <a:ext uri="{FF2B5EF4-FFF2-40B4-BE49-F238E27FC236}">
                <a16:creationId xmlns:a16="http://schemas.microsoft.com/office/drawing/2014/main" id="{0F014B9D-1A94-2AA9-7354-1992B5089C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1340" y="25209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[theorietitel]</a:t>
            </a:r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C509AFD6-C618-02D1-BED3-9E5B4AF9C4F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646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56C76C2-6051-56CC-9460-A7698D0016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215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E96F2D68-B0F8-30A6-8B52-89B145A0813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24" name="Rechthoek: afgeronde hoeken 23">
              <a:extLst>
                <a:ext uri="{FF2B5EF4-FFF2-40B4-BE49-F238E27FC236}">
                  <a16:creationId xmlns:a16="http://schemas.microsoft.com/office/drawing/2014/main" id="{37BD1BCA-F340-AECA-7D36-D3F32D148666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25" name="Afbeelding 2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4C414373-FA17-2C08-ED94-511575935E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3976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0848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98619109-1FBA-2D25-77E6-8A06A285898D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34" name="Rechthoek: afgeronde hoeken 33">
              <a:extLst>
                <a:ext uri="{FF2B5EF4-FFF2-40B4-BE49-F238E27FC236}">
                  <a16:creationId xmlns:a16="http://schemas.microsoft.com/office/drawing/2014/main" id="{D974CA60-9032-0436-8001-C29E98A63F5E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35" name="Afbeelding 3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F354D35C-4D42-9ED0-E611-945FED7D6E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13" name="Tijdelijke aanduiding voor tekst 15">
            <a:extLst>
              <a:ext uri="{FF2B5EF4-FFF2-40B4-BE49-F238E27FC236}">
                <a16:creationId xmlns:a16="http://schemas.microsoft.com/office/drawing/2014/main" id="{492A6E29-E27F-C587-97D2-60E78FE5B2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14" name="Tijdelijke aanduiding voor tekst 15">
            <a:extLst>
              <a:ext uri="{FF2B5EF4-FFF2-40B4-BE49-F238E27FC236}">
                <a16:creationId xmlns:a16="http://schemas.microsoft.com/office/drawing/2014/main" id="{C0D58DB5-F291-A3FD-E331-1DC8B59A1D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92304C8A-221D-FD1D-24B5-EF31FE7477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520EBED7-D728-0DA7-8751-846DD1DA4D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35D67A24-0267-D892-D928-6B0EE4135F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892DA647-5DCF-5AA1-F4D1-0BEF302BAA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716C6E9F-D133-0AE7-C866-36E7D5B497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1BC3BDA2-5B92-836C-F885-C59BA2D180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923287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D625E4AA-0DDD-DCBF-BCA1-C93FB4C7DE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8A4B3CC1-9AAC-E9A1-6580-C26465AD54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4B6C62AE-587E-79F4-AB67-BA53A05A71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9BE282B-4D99-39D3-D2C1-77D02A9308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11D0F939-2DEA-1AD8-65C7-7E4336B1CC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D80C2D7F-A44B-3413-FF4E-EC41AFA29E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4CB67080-EEEF-C650-2A45-6FD89A123B2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FE8275CF-9220-94A0-02A0-ED59E45FCA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54341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11" name="Groep 10">
            <a:extLst>
              <a:ext uri="{FF2B5EF4-FFF2-40B4-BE49-F238E27FC236}">
                <a16:creationId xmlns:a16="http://schemas.microsoft.com/office/drawing/2014/main" id="{3EB99B45-BCB8-75FC-E882-4B19B845C11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3" name="Rechthoek: afgeronde hoeken 12">
              <a:extLst>
                <a:ext uri="{FF2B5EF4-FFF2-40B4-BE49-F238E27FC236}">
                  <a16:creationId xmlns:a16="http://schemas.microsoft.com/office/drawing/2014/main" id="{0227C332-5726-F825-ECBA-949F6A878CD1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4" name="Afbeelding 13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CBD6AABA-2869-53A9-5BB0-3B8E5D98CE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69DC0D97-7F92-8738-ABBA-3F85F8EFD3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08E49996-C68C-1386-DFEA-11C5B987D5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35E1B86E-06F4-6D46-022E-292CC5A462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651FDD4A-AF4C-58AD-E8D0-43254A61245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8C4606F1-319E-9BD9-78DC-9CB382530DD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B1636737-6073-6D51-719E-BEC3A7E814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329855-2CA1-6726-626F-52DB158C2B6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A93961E-FF2E-23EE-84DD-C8E6C84580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428442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067BF9F3-6884-C8BC-78F0-BCAF05898F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07D77D25-FAD1-2FE6-9665-354491219F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053FF0E9-ED47-DF04-08F1-EBB41975DD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BFD756B-D28A-B034-6785-342F7A1E4C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C9D05D31-C706-7327-421B-F184C37207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55A79377-B21D-58A7-B31E-4A0932619F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CD68E5-942A-9208-2897-8638ACE6DF1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B436674-4504-BAE3-AF4B-645CB509D6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02200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or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7411" y="1115671"/>
            <a:ext cx="8776649" cy="1040790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45B3DCEB-3268-8B06-EEE9-9615C18943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7411" y="5527545"/>
            <a:ext cx="8776649" cy="429567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Font typeface="+mj-lt"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[leerdoel tekst invoeren]</a:t>
            </a:r>
          </a:p>
        </p:txBody>
      </p:sp>
      <p:sp>
        <p:nvSpPr>
          <p:cNvPr id="34" name="Tijdelijke aanduiding voor tekst 18">
            <a:extLst>
              <a:ext uri="{FF2B5EF4-FFF2-40B4-BE49-F238E27FC236}">
                <a16:creationId xmlns:a16="http://schemas.microsoft.com/office/drawing/2014/main" id="{59872A22-B343-021F-5384-9EF24F537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7410" y="2403451"/>
            <a:ext cx="8776649" cy="1040790"/>
          </a:xfrm>
          <a:solidFill>
            <a:schemeClr val="accent3"/>
          </a:solidFill>
        </p:spPr>
        <p:txBody>
          <a:bodyPr lIns="108000" tIns="108000" rIns="108000" bIns="10800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[werkschema tekst invoeren]</a:t>
            </a:r>
          </a:p>
        </p:txBody>
      </p:sp>
    </p:spTree>
    <p:extLst>
      <p:ext uri="{BB962C8B-B14F-4D97-AF65-F5344CB8AC3E}">
        <p14:creationId xmlns:p14="http://schemas.microsoft.com/office/powerpoint/2010/main" val="3696099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gave en Uitwe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56210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FD07BDE-A83C-B1BC-B3BA-22095999A619}"/>
              </a:ext>
            </a:extLst>
          </p:cNvPr>
          <p:cNvSpPr txBox="1"/>
          <p:nvPr userDrawn="1"/>
        </p:nvSpPr>
        <p:spPr>
          <a:xfrm>
            <a:off x="848078" y="962865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Opgave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01CB84D-8DFB-C38E-46CF-FF81127D40D3}"/>
              </a:ext>
            </a:extLst>
          </p:cNvPr>
          <p:cNvSpPr txBox="1"/>
          <p:nvPr userDrawn="1"/>
        </p:nvSpPr>
        <p:spPr>
          <a:xfrm>
            <a:off x="833316" y="3611880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Uitwerking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696878DB-B337-9BBF-9B6D-7C08B7654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3316" y="421005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264677C9-A016-4752-070C-524A0702E4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8919" y="4210050"/>
            <a:ext cx="5068081" cy="1866899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buFont typeface="+mj-lt"/>
              <a:buNone/>
              <a:defRPr sz="320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</p:spTree>
    <p:extLst>
      <p:ext uri="{BB962C8B-B14F-4D97-AF65-F5344CB8AC3E}">
        <p14:creationId xmlns:p14="http://schemas.microsoft.com/office/powerpoint/2010/main" val="1446940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5025F2B3-381A-45EF-0065-48FC964A7B5A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1" name="Rechthoek: afgeronde hoeken 10">
              <a:extLst>
                <a:ext uri="{FF2B5EF4-FFF2-40B4-BE49-F238E27FC236}">
                  <a16:creationId xmlns:a16="http://schemas.microsoft.com/office/drawing/2014/main" id="{4BA2DD07-CD12-FCE6-E4AF-3CD73A4CCD3A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3" name="Afbeelding 12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80786F5B-BB27-4734-58E0-5148780B6F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416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043F61CB-333A-3571-99A1-B27BCBB53917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16" name="Rechthoek: afgeronde hoeken 15">
              <a:extLst>
                <a:ext uri="{FF2B5EF4-FFF2-40B4-BE49-F238E27FC236}">
                  <a16:creationId xmlns:a16="http://schemas.microsoft.com/office/drawing/2014/main" id="{34CAAA08-DCD2-6F7B-EEDE-0E6E650C1445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DEEDB194-D935-CF8E-F400-8170A6B1A5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114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Tweekolo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7" y="1851660"/>
            <a:ext cx="10818923" cy="3893940"/>
          </a:xfrm>
        </p:spPr>
        <p:txBody>
          <a:bodyPr lIns="0" tIns="0" rIns="0" bIns="0" numCol="2" spcCol="36000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 – met 2 </a:t>
            </a:r>
            <a:r>
              <a:rPr lang="nl-NL" dirty="0" err="1"/>
              <a:t>koloms</a:t>
            </a:r>
            <a:r>
              <a:rPr lang="nl-NL" dirty="0"/>
              <a:t> opbouw]</a:t>
            </a:r>
          </a:p>
        </p:txBody>
      </p:sp>
      <p:sp>
        <p:nvSpPr>
          <p:cNvPr id="5" name="Tekstvak 1">
            <a:extLst>
              <a:ext uri="{FF2B5EF4-FFF2-40B4-BE49-F238E27FC236}">
                <a16:creationId xmlns:a16="http://schemas.microsoft.com/office/drawing/2014/main" id="{5F6628EA-A04F-6499-B953-F77F61F172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640081" y="5745600"/>
            <a:ext cx="2019300" cy="103785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A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	punten B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C</a:t>
            </a:r>
          </a:p>
        </p:txBody>
      </p:sp>
      <p:sp>
        <p:nvSpPr>
          <p:cNvPr id="7" name="Tijdelijke aanduiding voor tekst 18">
            <a:extLst>
              <a:ext uri="{FF2B5EF4-FFF2-40B4-BE49-F238E27FC236}">
                <a16:creationId xmlns:a16="http://schemas.microsoft.com/office/drawing/2014/main" id="{165A8E01-8781-AE3A-DE4D-B806D56A6F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50571" y="5798941"/>
            <a:ext cx="810749" cy="896766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</a:t>
            </a:r>
            <a:r>
              <a:rPr lang="nl-NL" dirty="0" err="1"/>
              <a:t>pnt</a:t>
            </a:r>
            <a:r>
              <a:rPr lang="nl-NL" dirty="0"/>
              <a:t>]</a:t>
            </a:r>
          </a:p>
        </p:txBody>
      </p:sp>
      <p:sp>
        <p:nvSpPr>
          <p:cNvPr id="8" name="Tijdelijke aanduiding voor tekst 18">
            <a:extLst>
              <a:ext uri="{FF2B5EF4-FFF2-40B4-BE49-F238E27FC236}">
                <a16:creationId xmlns:a16="http://schemas.microsoft.com/office/drawing/2014/main" id="{52242269-F3F2-676B-5CB0-71C8361E22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441960" y="53266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9" name="Tijdelijke aanduiding voor tekst 18">
            <a:extLst>
              <a:ext uri="{FF2B5EF4-FFF2-40B4-BE49-F238E27FC236}">
                <a16:creationId xmlns:a16="http://schemas.microsoft.com/office/drawing/2014/main" id="{6569C752-D2BD-3D72-642E-AC30107F39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441960" y="4907634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10C7F5CE-9E80-288F-7BB3-7B74ED249F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441960" y="4475550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DDC715ED-1F87-9A6D-F762-12271E7DBD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-441960" y="4056563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AEAD0B33-EC32-AF6A-807C-2901F66617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-441960" y="3616979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8" name="Tijdelijke aanduiding voor tekst 18">
            <a:extLst>
              <a:ext uri="{FF2B5EF4-FFF2-40B4-BE49-F238E27FC236}">
                <a16:creationId xmlns:a16="http://schemas.microsoft.com/office/drawing/2014/main" id="{89CC5799-2342-7B26-C3BD-D7FEA85C19D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-441960" y="3197992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15A2DD7-A298-1287-7E51-4E3B982D79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-441960" y="2765908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6F485A27-112E-BA1E-870C-8A1CACB1D6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441960" y="23469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1" name="Tijdelijke aanduiding voor tekst 18">
            <a:extLst>
              <a:ext uri="{FF2B5EF4-FFF2-40B4-BE49-F238E27FC236}">
                <a16:creationId xmlns:a16="http://schemas.microsoft.com/office/drawing/2014/main" id="{AB96F177-E1DF-12AE-038A-99D36513F4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05809" y="53266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2" name="Tijdelijke aanduiding voor tekst 18">
            <a:extLst>
              <a:ext uri="{FF2B5EF4-FFF2-40B4-BE49-F238E27FC236}">
                <a16:creationId xmlns:a16="http://schemas.microsoft.com/office/drawing/2014/main" id="{45FDC9E9-72CE-E97B-71EE-CB832D5F15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05809" y="4907634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3" name="Tijdelijke aanduiding voor tekst 18">
            <a:extLst>
              <a:ext uri="{FF2B5EF4-FFF2-40B4-BE49-F238E27FC236}">
                <a16:creationId xmlns:a16="http://schemas.microsoft.com/office/drawing/2014/main" id="{B9068F69-47F9-F087-0E4B-02DD9FDD68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205809" y="4475550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4" name="Tijdelijke aanduiding voor tekst 18">
            <a:extLst>
              <a:ext uri="{FF2B5EF4-FFF2-40B4-BE49-F238E27FC236}">
                <a16:creationId xmlns:a16="http://schemas.microsoft.com/office/drawing/2014/main" id="{26DE6E8D-69E2-E775-5FFF-8AEC165B38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205809" y="4056563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5" name="Tijdelijke aanduiding voor tekst 18">
            <a:extLst>
              <a:ext uri="{FF2B5EF4-FFF2-40B4-BE49-F238E27FC236}">
                <a16:creationId xmlns:a16="http://schemas.microsoft.com/office/drawing/2014/main" id="{26AE2038-6688-9814-68EC-EC52A8D88C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5809" y="3616979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6" name="Tijdelijke aanduiding voor tekst 18">
            <a:extLst>
              <a:ext uri="{FF2B5EF4-FFF2-40B4-BE49-F238E27FC236}">
                <a16:creationId xmlns:a16="http://schemas.microsoft.com/office/drawing/2014/main" id="{D0C8D823-4719-9551-FCE0-DE70A191BE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05809" y="3197992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7" name="Tijdelijke aanduiding voor tekst 18">
            <a:extLst>
              <a:ext uri="{FF2B5EF4-FFF2-40B4-BE49-F238E27FC236}">
                <a16:creationId xmlns:a16="http://schemas.microsoft.com/office/drawing/2014/main" id="{AE6D56D2-BC66-8431-F5DA-ED3270A987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5809" y="2765908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8" name="Tijdelijke aanduiding voor tekst 18">
            <a:extLst>
              <a:ext uri="{FF2B5EF4-FFF2-40B4-BE49-F238E27FC236}">
                <a16:creationId xmlns:a16="http://schemas.microsoft.com/office/drawing/2014/main" id="{9BCE78C4-6A84-D342-1F37-FE51D6FC40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205809" y="23469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</p:spTree>
    <p:extLst>
      <p:ext uri="{BB962C8B-B14F-4D97-AF65-F5344CB8AC3E}">
        <p14:creationId xmlns:p14="http://schemas.microsoft.com/office/powerpoint/2010/main" val="3163350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6F6D335E-D9A0-8D90-8B6B-0FA3A0843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713" y="131577"/>
            <a:ext cx="8110049" cy="500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nl-NL" dirty="0"/>
              <a:t>Titel van de dia</a:t>
            </a:r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BCF02A89-1F5C-B804-6BEB-39D5EE41B3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713" y="1111250"/>
            <a:ext cx="11299825" cy="521694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481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0E13DA8-D9EE-7F4F-4C8E-58BB95BA5C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C1E2276-E309-CF3B-F619-EB90AF84F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4">
            <a:extLst>
              <a:ext uri="{FF2B5EF4-FFF2-40B4-BE49-F238E27FC236}">
                <a16:creationId xmlns:a16="http://schemas.microsoft.com/office/drawing/2014/main" id="{98D1AD79-D5D6-1B5A-294A-C5C2B5922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4991" y="6492867"/>
            <a:ext cx="1765297" cy="3651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0" r:id="rId12"/>
    <p:sldLayoutId id="2147483662" r:id="rId13"/>
    <p:sldLayoutId id="2147483650" r:id="rId14"/>
  </p:sldLayoutIdLst>
  <p:hf sldNum="0" hdr="0" dt="0"/>
  <p:txStyles>
    <p:titleStyle>
      <a:lvl1pPr marL="0" marR="0" lvl="0" indent="0" algn="l" defTabSz="914400" rtl="0" eaLnBrk="1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nl-NL" sz="4400" b="0" i="0" u="none" strike="noStrike" kern="1200" cap="none" spc="0" baseline="0">
          <a:solidFill>
            <a:srgbClr val="000000"/>
          </a:solidFill>
          <a:uFillTx/>
          <a:latin typeface="+mj-lt"/>
        </a:defRPr>
      </a:lvl1pPr>
    </p:titleStyle>
    <p:bodyStyle>
      <a:lvl1pPr marL="228600" marR="0" lvl="0" indent="-228600" algn="l" defTabSz="914400" rtl="0" eaLnBrk="1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nl-NL" sz="2800" b="0" i="0" u="none" strike="noStrike" kern="1200" cap="none" spc="0" baseline="0">
          <a:solidFill>
            <a:srgbClr val="000000"/>
          </a:solidFill>
          <a:uFillTx/>
          <a:latin typeface="+mn-lt"/>
        </a:defRPr>
      </a:lvl1pPr>
      <a:lvl2pPr marL="685800" marR="0" lvl="1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400" b="0" i="0" u="none" strike="noStrike" kern="1200" cap="none" spc="0" baseline="0">
          <a:solidFill>
            <a:srgbClr val="000000"/>
          </a:solidFill>
          <a:uFillTx/>
          <a:latin typeface="+mn-lt"/>
        </a:defRPr>
      </a:lvl2pPr>
      <a:lvl3pPr marL="1143000" marR="0" lvl="2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000" b="0" i="0" u="none" strike="noStrike" kern="1200" cap="none" spc="0" baseline="0">
          <a:solidFill>
            <a:srgbClr val="000000"/>
          </a:solidFill>
          <a:uFillTx/>
          <a:latin typeface="+mn-lt"/>
        </a:defRPr>
      </a:lvl3pPr>
      <a:lvl4pPr marL="1600200" marR="0" lvl="3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4pPr>
      <a:lvl5pPr marL="2057400" marR="0" lvl="4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Tijdelijke aanduiding voor afbeelding 12">
            <a:extLst>
              <a:ext uri="{FF2B5EF4-FFF2-40B4-BE49-F238E27FC236}">
                <a16:creationId xmlns:a16="http://schemas.microsoft.com/office/drawing/2014/main" id="{C79E0A32-C53F-315D-B72C-9D3A9F650A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10"/>
          </p:nvPr>
        </p:nvPicPr>
        <p:blipFill>
          <a:blip r:embed="rId2"/>
          <a:srcRect l="8" r="8"/>
          <a:stretch/>
        </p:blipFill>
        <p:spPr/>
      </p:pic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DC845286-BA3B-9F08-53C3-9F216A45C0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nl-NL" dirty="0"/>
              <a:t>1 VMBO-KGT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53AB4CD0-6347-A4B6-94E6-7B9B92EC6D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Leerboek Deel 1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70854E2C-FB65-0125-1C8E-3891DB29DA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/>
              <a:t>1.4 Cilinder, kegel en cirkel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71C605C0-2905-85C6-776C-B1999A444D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NL" b="1" dirty="0"/>
              <a:t>Theorie I Cilinder, kegel en cirkel</a:t>
            </a:r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9AC6FF91-F778-1CEC-583E-39C697481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407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D481EB9-F2DC-AC2E-19C9-893951B6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22B487-9D4D-E6C3-B18D-21EE86F6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1"/>
            <a:ext cx="7970654" cy="1260018"/>
          </a:xfrm>
        </p:spPr>
        <p:txBody>
          <a:bodyPr/>
          <a:lstStyle/>
          <a:p>
            <a:r>
              <a:rPr lang="nl-NL" dirty="0"/>
              <a:t>Welke ruimtefiguur herken je in de afbeelding?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F8D4CA-EBA5-E37E-8793-0A578EB0F4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082614" y="1945257"/>
            <a:ext cx="940280" cy="234638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8DB273C-6508-7C85-AAE4-A444C4C45C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40582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EECDC37-FE89-1D2C-D8FA-CB47D4912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64978" y="1927966"/>
            <a:ext cx="1084788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cirkel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EE214AF-A173-CB52-78EC-A6D1AB2309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64978" y="2830170"/>
            <a:ext cx="1757648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cilinder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5CFD7077-4C91-8EE4-B967-CE3A9854B8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64978" y="3706067"/>
            <a:ext cx="1386712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kegel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75693D-CD9F-9464-9208-2EDE8C5A16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25066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DDA6E4A1-6B56-80F6-0323-CED698DEFB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06124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 descr="Afbeelding met cilinder, metaal, koper&#10;&#10;Automatisch gegenereerde beschrijving">
            <a:extLst>
              <a:ext uri="{FF2B5EF4-FFF2-40B4-BE49-F238E27FC236}">
                <a16:creationId xmlns:a16="http://schemas.microsoft.com/office/drawing/2014/main" id="{F9BD7641-7786-20C2-87A4-B9F576408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746" y="1583139"/>
            <a:ext cx="3226570" cy="483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86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D481EB9-F2DC-AC2E-19C9-893951B6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22B487-9D4D-E6C3-B18D-21EE86F6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1"/>
            <a:ext cx="7970654" cy="1260018"/>
          </a:xfrm>
        </p:spPr>
        <p:txBody>
          <a:bodyPr/>
          <a:lstStyle/>
          <a:p>
            <a:r>
              <a:rPr lang="nl-NL" dirty="0"/>
              <a:t>Welke ruimtefiguur herken je in de afbeelding?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F8D4CA-EBA5-E37E-8793-0A578EB0F4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964341" y="2992546"/>
            <a:ext cx="958528" cy="202984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8DB273C-6508-7C85-AAE4-A444C4C45C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40582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EECDC37-FE89-1D2C-D8FA-CB47D4912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64978" y="1927966"/>
            <a:ext cx="1084788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cirkel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EE214AF-A173-CB52-78EC-A6D1AB2309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64978" y="2830170"/>
            <a:ext cx="1757648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cilinder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5CFD7077-4C91-8EE4-B967-CE3A9854B8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64978" y="3706067"/>
            <a:ext cx="1386712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kegel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75693D-CD9F-9464-9208-2EDE8C5A16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25066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DDA6E4A1-6B56-80F6-0323-CED698DEFB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06124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9BD7641-7786-20C2-87A4-B9F576408C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651690" y="1886401"/>
            <a:ext cx="6349999" cy="423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369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D481EB9-F2DC-AC2E-19C9-893951B6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22B487-9D4D-E6C3-B18D-21EE86F6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1"/>
            <a:ext cx="7970654" cy="1260018"/>
          </a:xfrm>
        </p:spPr>
        <p:txBody>
          <a:bodyPr/>
          <a:lstStyle/>
          <a:p>
            <a:r>
              <a:rPr lang="nl-NL" dirty="0"/>
              <a:t>Welke ruimtefiguur herken je in de afbeelding?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F8D4CA-EBA5-E37E-8793-0A578EB0F4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046071" y="1987793"/>
            <a:ext cx="948908" cy="225268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8DB273C-6508-7C85-AAE4-A444C4C45C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40582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EECDC37-FE89-1D2C-D8FA-CB47D4912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64978" y="1927966"/>
            <a:ext cx="1084788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cirkel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EE214AF-A173-CB52-78EC-A6D1AB2309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64978" y="2830170"/>
            <a:ext cx="1757648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cilinder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5CFD7077-4C91-8EE4-B967-CE3A9854B8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64978" y="3706067"/>
            <a:ext cx="1386712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kegel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75693D-CD9F-9464-9208-2EDE8C5A16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25066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DDA6E4A1-6B56-80F6-0323-CED698DEFB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06124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9BD7641-7786-20C2-87A4-B9F576408C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707249" y="1886401"/>
            <a:ext cx="6349996" cy="423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38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D481EB9-F2DC-AC2E-19C9-893951B6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22B487-9D4D-E6C3-B18D-21EE86F6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1"/>
            <a:ext cx="7970654" cy="1260018"/>
          </a:xfrm>
        </p:spPr>
        <p:txBody>
          <a:bodyPr/>
          <a:lstStyle/>
          <a:p>
            <a:r>
              <a:rPr lang="nl-NL" dirty="0"/>
              <a:t>Welke vlakke figuur herken je in de afbeelding?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F8D4CA-EBA5-E37E-8793-0A578EB0F4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944591" y="1212012"/>
            <a:ext cx="914400" cy="2044461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8DB273C-6508-7C85-AAE4-A444C4C45C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40582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EECDC37-FE89-1D2C-D8FA-CB47D4912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64978" y="1927966"/>
            <a:ext cx="1084788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cirkel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EE214AF-A173-CB52-78EC-A6D1AB2309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64978" y="2830170"/>
            <a:ext cx="1757648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cilinder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5CFD7077-4C91-8EE4-B967-CE3A9854B8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64978" y="3706067"/>
            <a:ext cx="1386712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kegel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75693D-CD9F-9464-9208-2EDE8C5A16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25066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DDA6E4A1-6B56-80F6-0323-CED698DEFB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06124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9BD7641-7786-20C2-87A4-B9F576408C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707249" y="1886401"/>
            <a:ext cx="6349996" cy="423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607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D481EB9-F2DC-AC2E-19C9-893951B6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22B487-9D4D-E6C3-B18D-21EE86F6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1"/>
            <a:ext cx="7970654" cy="1260018"/>
          </a:xfrm>
        </p:spPr>
        <p:txBody>
          <a:bodyPr/>
          <a:lstStyle/>
          <a:p>
            <a:r>
              <a:rPr lang="nl-NL" dirty="0"/>
              <a:t>Welke ruimtefiguur herken je in de afbeelding?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F8D4CA-EBA5-E37E-8793-0A578EB0F4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938374" y="3022737"/>
            <a:ext cx="958530" cy="196946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8DB273C-6508-7C85-AAE4-A444C4C45C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40582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EECDC37-FE89-1D2C-D8FA-CB47D4912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64978" y="1927966"/>
            <a:ext cx="1084788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cirkel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EE214AF-A173-CB52-78EC-A6D1AB2309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64978" y="2830170"/>
            <a:ext cx="1757648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cilinder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5CFD7077-4C91-8EE4-B967-CE3A9854B8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64978" y="3706067"/>
            <a:ext cx="1386712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kegel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75693D-CD9F-9464-9208-2EDE8C5A16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25066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DDA6E4A1-6B56-80F6-0323-CED698DEFB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06124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9BD7641-7786-20C2-87A4-B9F576408C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66192" y="2026195"/>
            <a:ext cx="2632110" cy="395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74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8AAD88A-37CC-5DAD-CD09-FBABBE5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1C0D2F-EF09-280C-86C8-ECC12877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70"/>
            <a:ext cx="6153753" cy="3557929"/>
          </a:xfrm>
        </p:spPr>
        <p:txBody>
          <a:bodyPr>
            <a:normAutofit/>
          </a:bodyPr>
          <a:lstStyle/>
          <a:p>
            <a:r>
              <a:rPr lang="nl-NL" dirty="0"/>
              <a:t>Een </a:t>
            </a:r>
            <a:r>
              <a:rPr lang="nl-NL" b="1" dirty="0">
                <a:solidFill>
                  <a:srgbClr val="2299FF"/>
                </a:solidFill>
              </a:rPr>
              <a:t>cilinder</a:t>
            </a:r>
            <a:r>
              <a:rPr lang="nl-NL" dirty="0"/>
              <a:t> heeft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1 gebogen zijvlak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2 platte zijvlakken in de vorm van een cirkel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geen ribben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geen hoekpunten.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D1DB1052-DD46-2A4E-DF55-93505ECF59B9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10219267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I Cilinder, kegel en cirkel</a:t>
            </a:r>
          </a:p>
        </p:txBody>
      </p:sp>
      <p:pic>
        <p:nvPicPr>
          <p:cNvPr id="5" name="Afbeelding 4" descr="Afbeelding met cirkel, illustratie, ontwerp&#10;&#10;Automatisch gegenereerde beschrijving">
            <a:extLst>
              <a:ext uri="{FF2B5EF4-FFF2-40B4-BE49-F238E27FC236}">
                <a16:creationId xmlns:a16="http://schemas.microsoft.com/office/drawing/2014/main" id="{3BF8930A-C428-55B8-7767-E42E8C76A74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56913" y="1222944"/>
            <a:ext cx="3309081" cy="44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243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8AAD88A-37CC-5DAD-CD09-FBABBE5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1C0D2F-EF09-280C-86C8-ECC12877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2" y="1115670"/>
            <a:ext cx="5424080" cy="3876119"/>
          </a:xfrm>
        </p:spPr>
        <p:txBody>
          <a:bodyPr>
            <a:normAutofit/>
          </a:bodyPr>
          <a:lstStyle/>
          <a:p>
            <a:r>
              <a:rPr lang="nl-NL" dirty="0"/>
              <a:t>Een </a:t>
            </a:r>
            <a:r>
              <a:rPr lang="nl-NL" b="1" dirty="0">
                <a:solidFill>
                  <a:srgbClr val="2299FF"/>
                </a:solidFill>
              </a:rPr>
              <a:t>kegel</a:t>
            </a:r>
            <a:r>
              <a:rPr lang="nl-NL" dirty="0"/>
              <a:t> heeft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1 gebogen zijvlak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1 plat zijvlak in de vorm van een cirkel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geen ribben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geen hoekpunten.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66A7B794-965D-1279-EF67-D47BAD184C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b="1" dirty="0"/>
              <a:t>Leerdoel</a:t>
            </a:r>
            <a:r>
              <a:rPr lang="nl-NL" dirty="0"/>
              <a:t>  Je kunt de eigenschappen van een cilinder en een kegel benoemen.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F0A78705-D103-FDCE-A783-C1423AA6E5B0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10219267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I Cilinder, kegel en cirkel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FEAEBFAD-B494-9AC0-A233-867E8818267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rcRect/>
          <a:stretch/>
        </p:blipFill>
        <p:spPr>
          <a:xfrm>
            <a:off x="7929604" y="1222944"/>
            <a:ext cx="2921443" cy="407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2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8AAD88A-37CC-5DAD-CD09-FBABBE5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1C0D2F-EF09-280C-86C8-ECC12877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70"/>
            <a:ext cx="7391425" cy="5339119"/>
          </a:xfrm>
        </p:spPr>
        <p:txBody>
          <a:bodyPr>
            <a:normAutofit lnSpcReduction="10000"/>
          </a:bodyPr>
          <a:lstStyle/>
          <a:p>
            <a:r>
              <a:rPr lang="nl-NL" dirty="0"/>
              <a:t>Een cilinder en een kegel zijn ruimtefiguren.</a:t>
            </a:r>
          </a:p>
          <a:p>
            <a:r>
              <a:rPr lang="nl-NL" dirty="0"/>
              <a:t>Een </a:t>
            </a:r>
            <a:r>
              <a:rPr lang="nl-NL" b="1" dirty="0">
                <a:solidFill>
                  <a:srgbClr val="2299FF"/>
                </a:solidFill>
              </a:rPr>
              <a:t>cirkel</a:t>
            </a:r>
            <a:r>
              <a:rPr lang="nl-NL" dirty="0"/>
              <a:t> is een vlakke figuur.</a:t>
            </a:r>
          </a:p>
          <a:p>
            <a:endParaRPr lang="nl-NL" dirty="0"/>
          </a:p>
          <a:p>
            <a:r>
              <a:rPr lang="nl-NL" dirty="0"/>
              <a:t>Een cirkel heeft</a:t>
            </a:r>
          </a:p>
          <a:p>
            <a:r>
              <a:rPr lang="nl-NL" dirty="0"/>
              <a:t>• een </a:t>
            </a:r>
            <a:r>
              <a:rPr lang="nl-NL" b="1" dirty="0">
                <a:solidFill>
                  <a:srgbClr val="2299FF"/>
                </a:solidFill>
              </a:rPr>
              <a:t>middelpunt</a:t>
            </a:r>
          </a:p>
          <a:p>
            <a:r>
              <a:rPr lang="nl-NL" dirty="0"/>
              <a:t>• een </a:t>
            </a:r>
            <a:r>
              <a:rPr lang="nl-NL" b="1" dirty="0">
                <a:solidFill>
                  <a:srgbClr val="2299FF"/>
                </a:solidFill>
              </a:rPr>
              <a:t>straal</a:t>
            </a:r>
          </a:p>
          <a:p>
            <a:r>
              <a:rPr lang="nl-NL" dirty="0"/>
              <a:t>• een </a:t>
            </a:r>
            <a:r>
              <a:rPr lang="nl-NL" b="1" dirty="0">
                <a:solidFill>
                  <a:srgbClr val="2299FF"/>
                </a:solidFill>
              </a:rPr>
              <a:t>diameter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/>
              <a:t>Een ander woord voor diameter is </a:t>
            </a:r>
            <a:r>
              <a:rPr lang="nl-NL" b="1" dirty="0">
                <a:solidFill>
                  <a:srgbClr val="2299FF"/>
                </a:solidFill>
              </a:rPr>
              <a:t>middellijn</a:t>
            </a:r>
            <a:r>
              <a:rPr lang="nl-NL" dirty="0"/>
              <a:t>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D1DB1052-DD46-2A4E-DF55-93505ECF59B9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10219267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I Cilinder, kegel en cirkel</a:t>
            </a:r>
          </a:p>
        </p:txBody>
      </p:sp>
      <p:grpSp>
        <p:nvGrpSpPr>
          <p:cNvPr id="4" name="Groep 3">
            <a:extLst>
              <a:ext uri="{FF2B5EF4-FFF2-40B4-BE49-F238E27FC236}">
                <a16:creationId xmlns:a16="http://schemas.microsoft.com/office/drawing/2014/main" id="{160CFA40-6703-E51A-EDD6-7D0D4C7F99BF}"/>
              </a:ext>
            </a:extLst>
          </p:cNvPr>
          <p:cNvGrpSpPr/>
          <p:nvPr/>
        </p:nvGrpSpPr>
        <p:grpSpPr>
          <a:xfrm>
            <a:off x="7439748" y="2087065"/>
            <a:ext cx="4283376" cy="4367724"/>
            <a:chOff x="6599239" y="952421"/>
            <a:chExt cx="4863088" cy="4958852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A98A7282-5098-3A80-F513-100ACE5DF740}"/>
                </a:ext>
              </a:extLst>
            </p:cNvPr>
            <p:cNvSpPr/>
            <p:nvPr/>
          </p:nvSpPr>
          <p:spPr>
            <a:xfrm>
              <a:off x="6599239" y="952421"/>
              <a:ext cx="4863088" cy="49588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5" name="Afbeelding 4">
              <a:extLst>
                <a:ext uri="{FF2B5EF4-FFF2-40B4-BE49-F238E27FC236}">
                  <a16:creationId xmlns:a16="http://schemas.microsoft.com/office/drawing/2014/main" id="{3BF8930A-C428-55B8-7767-E42E8C76A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6718908" y="1118581"/>
              <a:ext cx="4623749" cy="4623749"/>
            </a:xfrm>
            <a:prstGeom prst="rect">
              <a:avLst/>
            </a:prstGeom>
          </p:spPr>
        </p:pic>
      </p:grpSp>
      <p:sp>
        <p:nvSpPr>
          <p:cNvPr id="8" name="Ovaal 7">
            <a:extLst>
              <a:ext uri="{FF2B5EF4-FFF2-40B4-BE49-F238E27FC236}">
                <a16:creationId xmlns:a16="http://schemas.microsoft.com/office/drawing/2014/main" id="{CDEF99DB-B3EA-36C2-F28E-FD14178713C1}"/>
              </a:ext>
            </a:extLst>
          </p:cNvPr>
          <p:cNvSpPr/>
          <p:nvPr/>
        </p:nvSpPr>
        <p:spPr>
          <a:xfrm>
            <a:off x="7581872" y="2269883"/>
            <a:ext cx="3999636" cy="399963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18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8AAD88A-37CC-5DAD-CD09-FBABBE5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1C0D2F-EF09-280C-86C8-ECC12877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70"/>
            <a:ext cx="10382563" cy="4411875"/>
          </a:xfrm>
        </p:spPr>
        <p:txBody>
          <a:bodyPr>
            <a:normAutofit fontScale="92500" lnSpcReduction="10000"/>
          </a:bodyPr>
          <a:lstStyle/>
          <a:p>
            <a:r>
              <a:rPr lang="nl-NL" dirty="0"/>
              <a:t>Bij het middelpunt kan een letter staan. Hier is dat de letter </a:t>
            </a:r>
            <a:r>
              <a:rPr lang="nl-NL" i="1" dirty="0"/>
              <a:t>M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/>
              <a:t>De diameter of middellijn loopt van de</a:t>
            </a:r>
            <a:br>
              <a:rPr lang="nl-NL" dirty="0"/>
            </a:br>
            <a:r>
              <a:rPr lang="nl-NL" dirty="0"/>
              <a:t>ene kant van de cirkel door het</a:t>
            </a:r>
            <a:br>
              <a:rPr lang="nl-NL" dirty="0"/>
            </a:br>
            <a:r>
              <a:rPr lang="nl-NL" dirty="0"/>
              <a:t>middelpunt naar de andere kant van de</a:t>
            </a:r>
            <a:br>
              <a:rPr lang="nl-NL" dirty="0"/>
            </a:br>
            <a:r>
              <a:rPr lang="nl-NL" dirty="0"/>
              <a:t>cirkel.</a:t>
            </a:r>
          </a:p>
          <a:p>
            <a:endParaRPr lang="nl-NL" dirty="0"/>
          </a:p>
          <a:p>
            <a:r>
              <a:rPr lang="nl-NL" dirty="0"/>
              <a:t>Een straal loopt van het middelpunt</a:t>
            </a:r>
            <a:br>
              <a:rPr lang="nl-NL" dirty="0"/>
            </a:br>
            <a:r>
              <a:rPr lang="nl-NL" dirty="0"/>
              <a:t>naar de rand van de cirkel.</a:t>
            </a:r>
            <a:br>
              <a:rPr lang="nl-NL" dirty="0"/>
            </a:br>
            <a:r>
              <a:rPr lang="nl-NL" dirty="0"/>
              <a:t>De straal is de helft van de diameter.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66A7B794-965D-1279-EF67-D47BAD184C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/>
          </a:bodyPr>
          <a:lstStyle/>
          <a:p>
            <a:r>
              <a:rPr lang="nl-NL" b="1" dirty="0"/>
              <a:t>Leerdoel</a:t>
            </a:r>
            <a:r>
              <a:rPr lang="nl-NL" dirty="0"/>
              <a:t>  Je kunt het middelpunt, een straal en een diameter van een cirkel benoemen.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27EE0282-6332-2C8D-9773-FD615C7B1643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10219267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I Cilinder, kegel en cirkel</a:t>
            </a:r>
          </a:p>
        </p:txBody>
      </p:sp>
      <p:grpSp>
        <p:nvGrpSpPr>
          <p:cNvPr id="4" name="Groep 3">
            <a:extLst>
              <a:ext uri="{FF2B5EF4-FFF2-40B4-BE49-F238E27FC236}">
                <a16:creationId xmlns:a16="http://schemas.microsoft.com/office/drawing/2014/main" id="{83962C7D-A60A-8C67-2EB4-A67DD753797B}"/>
              </a:ext>
            </a:extLst>
          </p:cNvPr>
          <p:cNvGrpSpPr/>
          <p:nvPr/>
        </p:nvGrpSpPr>
        <p:grpSpPr>
          <a:xfrm>
            <a:off x="7877174" y="1605861"/>
            <a:ext cx="3845949" cy="3921683"/>
            <a:chOff x="6599239" y="952421"/>
            <a:chExt cx="4863088" cy="4958852"/>
          </a:xfrm>
        </p:grpSpPr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40822CE9-5B05-314F-8D5C-77E6A3774B0B}"/>
                </a:ext>
              </a:extLst>
            </p:cNvPr>
            <p:cNvSpPr/>
            <p:nvPr/>
          </p:nvSpPr>
          <p:spPr>
            <a:xfrm>
              <a:off x="6599239" y="952421"/>
              <a:ext cx="4863088" cy="49588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6" name="Afbeelding 5">
              <a:extLst>
                <a:ext uri="{FF2B5EF4-FFF2-40B4-BE49-F238E27FC236}">
                  <a16:creationId xmlns:a16="http://schemas.microsoft.com/office/drawing/2014/main" id="{B3E7C81D-5552-DA0D-D2E4-88A40EACD3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6718908" y="1118581"/>
              <a:ext cx="4623749" cy="46237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997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 descr="Afbeelding met cirkel, lijn, diagram&#10;&#10;Automatisch gegenereerde beschrijving">
            <a:extLst>
              <a:ext uri="{FF2B5EF4-FFF2-40B4-BE49-F238E27FC236}">
                <a16:creationId xmlns:a16="http://schemas.microsoft.com/office/drawing/2014/main" id="{5F81E7F4-8AB0-8DC0-BC9A-33B6B1883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405" y="2514319"/>
            <a:ext cx="3791231" cy="3791231"/>
          </a:xfrm>
          <a:prstGeom prst="rect">
            <a:avLst/>
          </a:prstGeom>
        </p:spPr>
      </p:pic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FD822E9-B026-C409-C9DD-88E0D7C7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F6671C4-E2C8-14D2-A774-1F92C33EF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8" y="1112400"/>
            <a:ext cx="8010172" cy="739260"/>
          </a:xfrm>
        </p:spPr>
        <p:txBody>
          <a:bodyPr>
            <a:normAutofit/>
          </a:bodyPr>
          <a:lstStyle/>
          <a:p>
            <a:r>
              <a:rPr lang="nl-NL" dirty="0"/>
              <a:t>Testopgave Cilinder, kegel en cirkel (blz. 44)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39BB88-5B3C-76A5-B92B-6FB664CEDB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8" y="1851660"/>
            <a:ext cx="7905397" cy="4453890"/>
          </a:xfrm>
        </p:spPr>
        <p:txBody>
          <a:bodyPr>
            <a:normAutofit/>
          </a:bodyPr>
          <a:lstStyle/>
          <a:p>
            <a:r>
              <a:rPr lang="nl-NL" dirty="0"/>
              <a:t>Hoeveel platte zijvlakken heeft een kegel?</a:t>
            </a:r>
          </a:p>
          <a:p>
            <a:r>
              <a:rPr lang="nl-NL" dirty="0"/>
              <a:t>Welke vorm hebben de platte zijvlakken</a:t>
            </a:r>
            <a:br>
              <a:rPr lang="nl-NL" dirty="0"/>
            </a:br>
            <a:r>
              <a:rPr lang="nl-NL" dirty="0"/>
              <a:t>van een cilinder?</a:t>
            </a:r>
          </a:p>
          <a:p>
            <a:r>
              <a:rPr lang="nl-NL" dirty="0"/>
              <a:t>Hoeveel hoekpunten heeft een kegel?</a:t>
            </a:r>
          </a:p>
          <a:p>
            <a:r>
              <a:rPr lang="nl-NL" dirty="0"/>
              <a:t>Schrijf in de tekening hiernaast de</a:t>
            </a:r>
            <a:br>
              <a:rPr lang="nl-NL" dirty="0"/>
            </a:br>
            <a:r>
              <a:rPr lang="nl-NL" dirty="0"/>
              <a:t>woorden </a:t>
            </a:r>
            <a:r>
              <a:rPr lang="nl-NL" i="1" dirty="0"/>
              <a:t>straal</a:t>
            </a:r>
            <a:r>
              <a:rPr lang="nl-NL" dirty="0"/>
              <a:t>, </a:t>
            </a:r>
            <a:r>
              <a:rPr lang="nl-NL" i="1" dirty="0"/>
              <a:t>diameter</a:t>
            </a:r>
            <a:r>
              <a:rPr lang="nl-NL" dirty="0"/>
              <a:t> en</a:t>
            </a:r>
            <a:br>
              <a:rPr lang="nl-NL" dirty="0"/>
            </a:br>
            <a:r>
              <a:rPr lang="nl-NL" i="1" dirty="0"/>
              <a:t>middelpunt</a:t>
            </a:r>
            <a:r>
              <a:rPr lang="nl-NL" dirty="0"/>
              <a:t> op de juiste plek.</a:t>
            </a:r>
          </a:p>
        </p:txBody>
      </p:sp>
    </p:spTree>
    <p:extLst>
      <p:ext uri="{BB962C8B-B14F-4D97-AF65-F5344CB8AC3E}">
        <p14:creationId xmlns:p14="http://schemas.microsoft.com/office/powerpoint/2010/main" val="105504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38569-3088-B971-FC0B-195E3612F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9F245BD9-0696-905F-3CC7-8A024E5CF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FB43706-F1D8-8C42-DDB8-B1557E6C9B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8" y="1856916"/>
            <a:ext cx="8333244" cy="2381239"/>
          </a:xfrm>
        </p:spPr>
        <p:txBody>
          <a:bodyPr>
            <a:normAutofit/>
          </a:bodyPr>
          <a:lstStyle/>
          <a:p>
            <a:r>
              <a:rPr lang="nl-NL" dirty="0"/>
              <a:t>Hoeveel platte zijvlakken heeft een kegel?</a:t>
            </a:r>
            <a:br>
              <a:rPr lang="nl-NL" dirty="0"/>
            </a:br>
            <a:endParaRPr lang="nl-NL" dirty="0"/>
          </a:p>
          <a:p>
            <a:r>
              <a:rPr lang="nl-NL" dirty="0"/>
              <a:t>Welke vorm hebben de platte zijvlakken</a:t>
            </a:r>
            <a:br>
              <a:rPr lang="nl-NL" dirty="0"/>
            </a:br>
            <a:r>
              <a:rPr lang="nl-NL" dirty="0"/>
              <a:t>van een cilinder?</a:t>
            </a:r>
            <a:br>
              <a:rPr lang="nl-NL" dirty="0"/>
            </a:br>
            <a:endParaRPr lang="nl-NL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BE545995-837A-C2AD-699A-EEABD572BA09}"/>
              </a:ext>
            </a:extLst>
          </p:cNvPr>
          <p:cNvSpPr txBox="1"/>
          <p:nvPr/>
        </p:nvSpPr>
        <p:spPr>
          <a:xfrm>
            <a:off x="384524" y="2349627"/>
            <a:ext cx="48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F9C15A0F-55D2-7631-C66A-822EDEF07EBE}"/>
              </a:ext>
            </a:extLst>
          </p:cNvPr>
          <p:cNvSpPr txBox="1"/>
          <p:nvPr/>
        </p:nvSpPr>
        <p:spPr>
          <a:xfrm>
            <a:off x="384524" y="3786547"/>
            <a:ext cx="48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8A93CFEF-8D44-D5A0-3674-4E719A661589}"/>
              </a:ext>
            </a:extLst>
          </p:cNvPr>
          <p:cNvSpPr txBox="1"/>
          <p:nvPr/>
        </p:nvSpPr>
        <p:spPr>
          <a:xfrm>
            <a:off x="1277664" y="2212055"/>
            <a:ext cx="53216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dirty="0">
                <a:solidFill>
                  <a:srgbClr val="FF0000"/>
                </a:solidFill>
              </a:rPr>
              <a:t>Een kegel heeft 1 plat zijvlak.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6423EF58-3819-DE67-42E2-630D8866ACCB}"/>
              </a:ext>
            </a:extLst>
          </p:cNvPr>
          <p:cNvSpPr txBox="1"/>
          <p:nvPr/>
        </p:nvSpPr>
        <p:spPr>
          <a:xfrm>
            <a:off x="1265733" y="3684988"/>
            <a:ext cx="65874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dirty="0">
                <a:solidFill>
                  <a:srgbClr val="FF0000"/>
                </a:solidFill>
              </a:rPr>
              <a:t>De platte zijvlakken van een cilinder </a:t>
            </a:r>
            <a:br>
              <a:rPr lang="nl-NL" sz="3200" dirty="0">
                <a:solidFill>
                  <a:srgbClr val="FF0000"/>
                </a:solidFill>
              </a:rPr>
            </a:br>
            <a:r>
              <a:rPr lang="nl-NL" sz="3200" dirty="0">
                <a:solidFill>
                  <a:srgbClr val="FF0000"/>
                </a:solidFill>
              </a:rPr>
              <a:t>hebben de vorm van een cirkel.</a:t>
            </a:r>
          </a:p>
        </p:txBody>
      </p:sp>
      <p:sp>
        <p:nvSpPr>
          <p:cNvPr id="20" name="Tijdelijke aanduiding voor tekst 4">
            <a:extLst>
              <a:ext uri="{FF2B5EF4-FFF2-40B4-BE49-F238E27FC236}">
                <a16:creationId xmlns:a16="http://schemas.microsoft.com/office/drawing/2014/main" id="{B7D370BD-6E8A-AC61-1DA4-03462D93E6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8" y="1112400"/>
            <a:ext cx="8010172" cy="739260"/>
          </a:xfrm>
        </p:spPr>
        <p:txBody>
          <a:bodyPr>
            <a:normAutofit/>
          </a:bodyPr>
          <a:lstStyle/>
          <a:p>
            <a:r>
              <a:rPr lang="nl-NL" dirty="0"/>
              <a:t>Testopgave Cilinder, kegel en cirkel (blz. 44)</a:t>
            </a:r>
          </a:p>
        </p:txBody>
      </p:sp>
    </p:spTree>
    <p:extLst>
      <p:ext uri="{BB962C8B-B14F-4D97-AF65-F5344CB8AC3E}">
        <p14:creationId xmlns:p14="http://schemas.microsoft.com/office/powerpoint/2010/main" val="960562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Afbeelding 15" descr="Afbeelding met cirkel, lijn, diagram&#10;&#10;Automatisch gegenereerde beschrijving">
            <a:extLst>
              <a:ext uri="{FF2B5EF4-FFF2-40B4-BE49-F238E27FC236}">
                <a16:creationId xmlns:a16="http://schemas.microsoft.com/office/drawing/2014/main" id="{D6897D55-F114-9147-EEA4-0A0E7688B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405" y="2514319"/>
            <a:ext cx="3791231" cy="3791231"/>
          </a:xfrm>
          <a:prstGeom prst="rect">
            <a:avLst/>
          </a:prstGeom>
        </p:spPr>
      </p:pic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FD822E9-B026-C409-C9DD-88E0D7C7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39BB88-5B3C-76A5-B92B-6FB664CEDB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8" y="1853746"/>
            <a:ext cx="8333244" cy="2661597"/>
          </a:xfrm>
        </p:spPr>
        <p:txBody>
          <a:bodyPr>
            <a:normAutofit/>
          </a:bodyPr>
          <a:lstStyle/>
          <a:p>
            <a:pPr>
              <a:buFont typeface="+mj-lt"/>
              <a:buAutoNum type="alphaLcPeriod" startAt="3"/>
            </a:pPr>
            <a:r>
              <a:rPr lang="nl-NL" dirty="0"/>
              <a:t>Hoeveel hoekpunten heeft een kegel?</a:t>
            </a:r>
            <a:br>
              <a:rPr lang="nl-NL" dirty="0"/>
            </a:br>
            <a:endParaRPr lang="nl-NL" dirty="0"/>
          </a:p>
          <a:p>
            <a:pPr>
              <a:buAutoNum type="alphaLcPeriod" startAt="3"/>
            </a:pPr>
            <a:r>
              <a:rPr lang="nl-NL" dirty="0"/>
              <a:t>Schrijf in de tekening de woorden </a:t>
            </a:r>
            <a:r>
              <a:rPr lang="nl-NL" i="1" dirty="0"/>
              <a:t>straal</a:t>
            </a:r>
            <a:r>
              <a:rPr lang="nl-NL" dirty="0"/>
              <a:t>, </a:t>
            </a:r>
            <a:r>
              <a:rPr lang="nl-NL" i="1" dirty="0"/>
              <a:t>diameter</a:t>
            </a:r>
            <a:r>
              <a:rPr lang="nl-NL" dirty="0"/>
              <a:t> en </a:t>
            </a:r>
            <a:r>
              <a:rPr lang="nl-NL" i="1" dirty="0"/>
              <a:t>middelpunt</a:t>
            </a:r>
            <a:r>
              <a:rPr lang="nl-NL" dirty="0"/>
              <a:t> op de juiste plek.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BCF53EBF-5C6E-C473-10BB-0394E737C9B0}"/>
              </a:ext>
            </a:extLst>
          </p:cNvPr>
          <p:cNvSpPr txBox="1"/>
          <p:nvPr/>
        </p:nvSpPr>
        <p:spPr>
          <a:xfrm>
            <a:off x="1277664" y="2206726"/>
            <a:ext cx="58224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dirty="0">
                <a:solidFill>
                  <a:srgbClr val="FF0000"/>
                </a:solidFill>
              </a:rPr>
              <a:t>Een kegel heeft geen hoekpunten.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15A57F87-3259-9FF5-3CE8-EA6D934C372C}"/>
              </a:ext>
            </a:extLst>
          </p:cNvPr>
          <p:cNvSpPr txBox="1"/>
          <p:nvPr/>
        </p:nvSpPr>
        <p:spPr>
          <a:xfrm>
            <a:off x="1277664" y="3649869"/>
            <a:ext cx="58224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dirty="0">
                <a:solidFill>
                  <a:srgbClr val="FF0000"/>
                </a:solidFill>
              </a:rPr>
              <a:t>Zie de tekening hiernaast.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C97A2ED3-F26D-FE4F-D884-DEE6DADC5227}"/>
              </a:ext>
            </a:extLst>
          </p:cNvPr>
          <p:cNvSpPr txBox="1"/>
          <p:nvPr/>
        </p:nvSpPr>
        <p:spPr>
          <a:xfrm>
            <a:off x="10601858" y="3948269"/>
            <a:ext cx="924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400" dirty="0">
                <a:solidFill>
                  <a:srgbClr val="FF0000"/>
                </a:solidFill>
                <a:latin typeface="+mj-lt"/>
              </a:rPr>
              <a:t>straal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33D3AFFF-54E9-479D-EB75-59D68BCE1880}"/>
              </a:ext>
            </a:extLst>
          </p:cNvPr>
          <p:cNvSpPr txBox="1"/>
          <p:nvPr/>
        </p:nvSpPr>
        <p:spPr>
          <a:xfrm rot="3904307">
            <a:off x="9651723" y="5088604"/>
            <a:ext cx="1382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400" dirty="0">
                <a:solidFill>
                  <a:srgbClr val="FF0000"/>
                </a:solidFill>
                <a:latin typeface="+mj-lt"/>
              </a:rPr>
              <a:t>diameter</a:t>
            </a:r>
          </a:p>
        </p:txBody>
      </p:sp>
      <p:grpSp>
        <p:nvGrpSpPr>
          <p:cNvPr id="22" name="Groep 21">
            <a:extLst>
              <a:ext uri="{FF2B5EF4-FFF2-40B4-BE49-F238E27FC236}">
                <a16:creationId xmlns:a16="http://schemas.microsoft.com/office/drawing/2014/main" id="{8E7084F8-58C4-4F07-3A18-7025320C4CB2}"/>
              </a:ext>
            </a:extLst>
          </p:cNvPr>
          <p:cNvGrpSpPr/>
          <p:nvPr/>
        </p:nvGrpSpPr>
        <p:grpSpPr>
          <a:xfrm>
            <a:off x="8319855" y="3955628"/>
            <a:ext cx="1747753" cy="461665"/>
            <a:chOff x="8190465" y="3955620"/>
            <a:chExt cx="1747753" cy="461665"/>
          </a:xfrm>
        </p:grpSpPr>
        <p:sp>
          <p:nvSpPr>
            <p:cNvPr id="19" name="Tekstvak 18">
              <a:extLst>
                <a:ext uri="{FF2B5EF4-FFF2-40B4-BE49-F238E27FC236}">
                  <a16:creationId xmlns:a16="http://schemas.microsoft.com/office/drawing/2014/main" id="{795A7C0B-4809-5E0D-1183-713461BC7D48}"/>
                </a:ext>
              </a:extLst>
            </p:cNvPr>
            <p:cNvSpPr txBox="1"/>
            <p:nvPr/>
          </p:nvSpPr>
          <p:spPr>
            <a:xfrm>
              <a:off x="8190465" y="3955620"/>
              <a:ext cx="17011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400" dirty="0">
                  <a:solidFill>
                    <a:srgbClr val="FF0000"/>
                  </a:solidFill>
                  <a:latin typeface="+mj-lt"/>
                </a:rPr>
                <a:t>middelpunt</a:t>
              </a:r>
            </a:p>
          </p:txBody>
        </p:sp>
        <p:cxnSp>
          <p:nvCxnSpPr>
            <p:cNvPr id="21" name="Rechte verbindingslijn met pijl 20">
              <a:extLst>
                <a:ext uri="{FF2B5EF4-FFF2-40B4-BE49-F238E27FC236}">
                  <a16:creationId xmlns:a16="http://schemas.microsoft.com/office/drawing/2014/main" id="{4AEB8C51-A7D5-6EB2-426F-7FA0CCD4FC60}"/>
                </a:ext>
              </a:extLst>
            </p:cNvPr>
            <p:cNvCxnSpPr/>
            <p:nvPr/>
          </p:nvCxnSpPr>
          <p:spPr>
            <a:xfrm>
              <a:off x="9557218" y="4411179"/>
              <a:ext cx="3810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jdelijke aanduiding voor tekst 84">
            <a:extLst>
              <a:ext uri="{FF2B5EF4-FFF2-40B4-BE49-F238E27FC236}">
                <a16:creationId xmlns:a16="http://schemas.microsoft.com/office/drawing/2014/main" id="{BCAA11ED-2B4B-CB24-55A5-06128308C772}"/>
              </a:ext>
            </a:extLst>
          </p:cNvPr>
          <p:cNvSpPr>
            <a:spLocks noGrp="1"/>
          </p:cNvSpPr>
          <p:nvPr/>
        </p:nvSpPr>
        <p:spPr>
          <a:xfrm>
            <a:off x="1417639" y="4868323"/>
            <a:ext cx="2016928" cy="1037857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w="19050">
            <a:solidFill>
              <a:srgbClr val="FF0000"/>
            </a:solidFill>
          </a:ln>
        </p:spPr>
        <p:txBody>
          <a:bodyPr vert="horz" wrap="square" lIns="0" tIns="151200" rIns="1080000" bIns="0" anchor="t" anchorCtr="0" compatLnSpc="1">
            <a:noAutofit/>
          </a:bodyPr>
          <a:lstStyle>
            <a:lvl1pPr marL="0" marR="0" lvl="0" indent="0" algn="r" defTabSz="914400" rtl="0" eaLnBrk="1" fontAlgn="auto" hangingPunct="1">
              <a:lnSpc>
                <a:spcPts val="121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None/>
              <a:tabLst/>
              <a:defRPr lang="nl-NL" sz="1800" b="0" i="0" u="none" strike="noStrike" kern="1200" cap="none" spc="0" baseline="0">
                <a:solidFill>
                  <a:srgbClr val="FF0000"/>
                </a:solidFill>
                <a:uFillTx/>
                <a:latin typeface="+mn-lt"/>
              </a:defRPr>
            </a:lvl1pPr>
            <a:lvl2pPr marL="457200" marR="0" lvl="1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914400" marR="0" lvl="2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371600" marR="0" lvl="3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828800" marR="0" lvl="4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0</a:t>
            </a:r>
            <a:r>
              <a:rPr lang="nl-NL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– </a:t>
            </a:r>
            <a:r>
              <a:rPr lang="nl-NL" dirty="0"/>
              <a:t>3</a:t>
            </a:r>
          </a:p>
          <a:p>
            <a:r>
              <a:rPr lang="nl-NL" dirty="0"/>
              <a:t>4</a:t>
            </a:r>
          </a:p>
          <a:p>
            <a:r>
              <a:rPr lang="nl-NL" dirty="0"/>
              <a:t>5</a:t>
            </a:r>
          </a:p>
        </p:txBody>
      </p:sp>
      <p:sp>
        <p:nvSpPr>
          <p:cNvPr id="10" name="Tijdelijke aanduiding voor tekst 4">
            <a:extLst>
              <a:ext uri="{FF2B5EF4-FFF2-40B4-BE49-F238E27FC236}">
                <a16:creationId xmlns:a16="http://schemas.microsoft.com/office/drawing/2014/main" id="{E832C323-D6D5-4A9D-79DA-A77483C33D08}"/>
              </a:ext>
            </a:extLst>
          </p:cNvPr>
          <p:cNvSpPr txBox="1">
            <a:spLocks/>
          </p:cNvSpPr>
          <p:nvPr/>
        </p:nvSpPr>
        <p:spPr>
          <a:xfrm>
            <a:off x="848078" y="1112400"/>
            <a:ext cx="8010172" cy="7392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>
            <a:lvl1pPr marL="0" marR="0" lvl="0" indent="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None/>
              <a:tabLst/>
              <a:defRPr lang="nl-NL" sz="3200" b="1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457200" marR="0" lvl="1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914400" marR="0" lvl="2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371600" marR="0" lvl="3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828800" marR="0" lvl="4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/>
              <a:t>Testopgave Cilinder, kegel en cirkel (blz. 44)</a:t>
            </a:r>
            <a:endParaRPr lang="da-DK" dirty="0"/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3FD4BE2D-0679-8A40-B323-0D46F12B72B3}"/>
              </a:ext>
            </a:extLst>
          </p:cNvPr>
          <p:cNvSpPr txBox="1"/>
          <p:nvPr/>
        </p:nvSpPr>
        <p:spPr>
          <a:xfrm>
            <a:off x="384524" y="2349627"/>
            <a:ext cx="48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F6AF51AF-1BF0-BF30-7B03-C463126D0A93}"/>
              </a:ext>
            </a:extLst>
          </p:cNvPr>
          <p:cNvSpPr txBox="1"/>
          <p:nvPr/>
        </p:nvSpPr>
        <p:spPr>
          <a:xfrm>
            <a:off x="384524" y="3786547"/>
            <a:ext cx="48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2p</a:t>
            </a:r>
          </a:p>
        </p:txBody>
      </p:sp>
    </p:spTree>
    <p:extLst>
      <p:ext uri="{BB962C8B-B14F-4D97-AF65-F5344CB8AC3E}">
        <p14:creationId xmlns:p14="http://schemas.microsoft.com/office/powerpoint/2010/main" val="175196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4" grpId="0" animBg="1"/>
      <p:bldP spid="23" grpId="0"/>
      <p:bldP spid="24" grpId="0"/>
    </p:bldLst>
  </p:timing>
</p:sld>
</file>

<file path=ppt/theme/theme1.xml><?xml version="1.0" encoding="utf-8"?>
<a:theme xmlns:a="http://schemas.openxmlformats.org/drawingml/2006/main" name="G&amp;R14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FF_GR14_BasisPowerPoint.potx" id="{85DE7767-28D4-488A-B1E7-BAD6797D6540}" vid="{B78EF8CE-25C6-4674-96D7-A5AC24534CAD}"/>
    </a:ext>
  </a:extLst>
</a:theme>
</file>

<file path=ppt/theme/theme2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7e653b-d318-4ef3-ba38-8d23e212adcb">
      <Terms xmlns="http://schemas.microsoft.com/office/infopath/2007/PartnerControls"/>
    </lcf76f155ced4ddcb4097134ff3c332f>
    <TaxCatchAll xmlns="271569a7-1784-4b50-bede-f81c246730b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E00D241C144988ED88ADD87E6DEF" ma:contentTypeVersion="13" ma:contentTypeDescription="Een nieuw document maken." ma:contentTypeScope="" ma:versionID="decac9ff74878720105b1aeff07df72a">
  <xsd:schema xmlns:xsd="http://www.w3.org/2001/XMLSchema" xmlns:xs="http://www.w3.org/2001/XMLSchema" xmlns:p="http://schemas.microsoft.com/office/2006/metadata/properties" xmlns:ns2="d27e653b-d318-4ef3-ba38-8d23e212adcb" xmlns:ns3="271569a7-1784-4b50-bede-f81c246730b5" targetNamespace="http://schemas.microsoft.com/office/2006/metadata/properties" ma:root="true" ma:fieldsID="5c68a0db746ce7de69ea717b1ef40e20" ns2:_="" ns3:_="">
    <xsd:import namespace="d27e653b-d318-4ef3-ba38-8d23e212adcb"/>
    <xsd:import namespace="271569a7-1784-4b50-bede-f81c246730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7e653b-d318-4ef3-ba38-8d23e212ad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Afbeeldingtags" ma:readOnly="false" ma:fieldId="{5cf76f15-5ced-4ddc-b409-7134ff3c332f}" ma:taxonomyMulti="true" ma:sspId="4834726b-8307-46c9-bb2c-7bd1e590fd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1569a7-1784-4b50-bede-f81c246730b5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bb85f3a-1f98-426a-95ca-7169bd032e04}" ma:internalName="TaxCatchAll" ma:showField="CatchAllData" ma:web="271569a7-1784-4b50-bede-f81c246730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56D82F-7AE4-4AFC-9CDB-51F3C5B87C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4C4E7A-E4B6-4A32-8CEB-6FECCB43B894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terms/"/>
    <ds:schemaRef ds:uri="271569a7-1784-4b50-bede-f81c246730b5"/>
    <ds:schemaRef ds:uri="http://purl.org/dc/dcmitype/"/>
    <ds:schemaRef ds:uri="http://purl.org/dc/elements/1.1/"/>
    <ds:schemaRef ds:uri="http://schemas.openxmlformats.org/package/2006/metadata/core-properties"/>
    <ds:schemaRef ds:uri="d27e653b-d318-4ef3-ba38-8d23e212adcb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9B64B016-CBE8-456E-A7C8-4190AB3C81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7e653b-d318-4ef3-ba38-8d23e212adcb"/>
    <ds:schemaRef ds:uri="271569a7-1784-4b50-bede-f81c246730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vFF_GR14_BasisPowerPoint</Template>
  <TotalTime>114</TotalTime>
  <Words>502</Words>
  <Application>Microsoft Office PowerPoint</Application>
  <PresentationFormat>Breedbeeld</PresentationFormat>
  <Paragraphs>107</Paragraphs>
  <Slides>13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18" baseType="lpstr">
      <vt:lpstr>Calibri</vt:lpstr>
      <vt:lpstr>Arial</vt:lpstr>
      <vt:lpstr>Times New Roman</vt:lpstr>
      <vt:lpstr>Tahoma</vt:lpstr>
      <vt:lpstr>G&amp;R14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Hendrik Jan Smit</dc:creator>
  <dc:description/>
  <cp:lastModifiedBy>David Hoksbergen</cp:lastModifiedBy>
  <cp:revision>15</cp:revision>
  <dcterms:created xsi:type="dcterms:W3CDTF">2025-10-30T13:27:12Z</dcterms:created>
  <dcterms:modified xsi:type="dcterms:W3CDTF">2026-02-24T08:17:44Z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0x0101007527E00D241C144988ED88ADD87E6DEF</vt:lpwstr>
  </property>
  <property fmtid="{D5CDD505-2E9C-101B-9397-08002B2CF9AE}" pid="3" name="MSIP_Label_6387c02c-836c-49e4-b41d-479cb8f95848_ActionId">
    <vt:lpwstr>26df3474-96a0-4987-9661-aedab52498ea</vt:lpwstr>
  </property>
  <property fmtid="{D5CDD505-2E9C-101B-9397-08002B2CF9AE}" pid="4" name="MediaServiceImageTags">
    <vt:lpwstr/>
  </property>
  <property fmtid="{D5CDD505-2E9C-101B-9397-08002B2CF9AE}" pid="5" name="MSIP_Label_6387c02c-836c-49e4-b41d-479cb8f95848_Tag">
    <vt:lpwstr>10, 3, 0, 2</vt:lpwstr>
  </property>
  <property fmtid="{D5CDD505-2E9C-101B-9397-08002B2CF9AE}" pid="6" name="MSIP_Label_6387c02c-836c-49e4-b41d-479cb8f95848_Enabled">
    <vt:lpwstr>true</vt:lpwstr>
  </property>
  <property fmtid="{D5CDD505-2E9C-101B-9397-08002B2CF9AE}" pid="7" name="MSIP_Label_6387c02c-836c-49e4-b41d-479cb8f95848_ContentBits">
    <vt:lpwstr>0</vt:lpwstr>
  </property>
  <property fmtid="{D5CDD505-2E9C-101B-9397-08002B2CF9AE}" pid="8" name="MSIP_Label_6387c02c-836c-49e4-b41d-479cb8f95848_SiteId">
    <vt:lpwstr>f601c435-3967-4a0f-b104-8d8e5227d26e</vt:lpwstr>
  </property>
  <property fmtid="{D5CDD505-2E9C-101B-9397-08002B2CF9AE}" pid="9" name="MSIP_Label_6387c02c-836c-49e4-b41d-479cb8f95848_SetDate">
    <vt:lpwstr>2025-10-30T15:51:00Z</vt:lpwstr>
  </property>
  <property fmtid="{D5CDD505-2E9C-101B-9397-08002B2CF9AE}" pid="10" name="MSIP_Label_6387c02c-836c-49e4-b41d-479cb8f95848_Method">
    <vt:lpwstr>Standard</vt:lpwstr>
  </property>
  <property fmtid="{D5CDD505-2E9C-101B-9397-08002B2CF9AE}" pid="11" name="MSIP_Label_6387c02c-836c-49e4-b41d-479cb8f95848_Name">
    <vt:lpwstr>Openbaar</vt:lpwstr>
  </property>
</Properties>
</file>