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60" r:id="rId5"/>
    <p:sldId id="274" r:id="rId6"/>
    <p:sldId id="275" r:id="rId7"/>
    <p:sldId id="276" r:id="rId8"/>
    <p:sldId id="277" r:id="rId9"/>
    <p:sldId id="269" r:id="rId10"/>
    <p:sldId id="272" r:id="rId11"/>
    <p:sldId id="278" r:id="rId12"/>
  </p:sldIdLst>
  <p:sldSz cx="12192000" cy="6858000"/>
  <p:notesSz cx="6858000" cy="9144000"/>
  <p:embeddedFontLst>
    <p:embeddedFont>
      <p:font typeface="Tahoma" panose="020B0604030504040204" pitchFamily="34" charset="0"/>
      <p:regular r:id="rId15"/>
      <p:bold r:id="rId16"/>
    </p:embeddedFont>
  </p:embeddedFontLst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1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99FF"/>
    <a:srgbClr val="F78D8D"/>
    <a:srgbClr val="9DC3E6"/>
    <a:srgbClr val="FFFF00"/>
    <a:srgbClr val="92D050"/>
    <a:srgbClr val="F9B000"/>
    <a:srgbClr val="A97D7E"/>
    <a:srgbClr val="EAEECD"/>
    <a:srgbClr val="E9EE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229A54-2190-4BAF-A320-561DDA3EFAE5}" v="1" dt="2026-02-24T08:06:01.8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2"/>
  </p:normalViewPr>
  <p:slideViewPr>
    <p:cSldViewPr snapToGrid="0" snapToObjects="1">
      <p:cViewPr varScale="1">
        <p:scale>
          <a:sx n="111" d="100"/>
          <a:sy n="111" d="100"/>
        </p:scale>
        <p:origin x="594" y="78"/>
      </p:cViewPr>
      <p:guideLst>
        <p:guide orient="horz" pos="2591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napToObjects="1" showGuides="1">
      <p:cViewPr varScale="1">
        <p:scale>
          <a:sx n="114" d="100"/>
          <a:sy n="114" d="100"/>
        </p:scale>
        <p:origin x="5094" y="12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font" Target="fonts/font1.fntdata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Hoksbergen" userId="fea57724-933b-4009-85de-d6e631dbc231" providerId="ADAL" clId="{0593DD17-017D-4879-923D-48F6DB4E361D}"/>
    <pc:docChg chg="modSld">
      <pc:chgData name="David Hoksbergen" userId="fea57724-933b-4009-85de-d6e631dbc231" providerId="ADAL" clId="{0593DD17-017D-4879-923D-48F6DB4E361D}" dt="2026-02-24T08:06:01.880" v="1" actId="207"/>
      <pc:docMkLst>
        <pc:docMk/>
      </pc:docMkLst>
      <pc:sldChg chg="modSp mod">
        <pc:chgData name="David Hoksbergen" userId="fea57724-933b-4009-85de-d6e631dbc231" providerId="ADAL" clId="{0593DD17-017D-4879-923D-48F6DB4E361D}" dt="2026-02-24T08:06:01.880" v="1" actId="207"/>
        <pc:sldMkLst>
          <pc:docMk/>
          <pc:sldMk cId="857260244" sldId="278"/>
        </pc:sldMkLst>
        <pc:spChg chg="mod">
          <ac:chgData name="David Hoksbergen" userId="fea57724-933b-4009-85de-d6e631dbc231" providerId="ADAL" clId="{0593DD17-017D-4879-923D-48F6DB4E361D}" dt="2026-02-24T08:06:01.880" v="1" actId="207"/>
          <ac:spMkLst>
            <pc:docMk/>
            <pc:sldMk cId="857260244" sldId="278"/>
            <ac:spMk id="23" creationId="{7EA2FDB5-2DEF-AFAD-7179-BBBD9763B8B4}"/>
          </ac:spMkLst>
        </pc:spChg>
        <pc:spChg chg="mod">
          <ac:chgData name="David Hoksbergen" userId="fea57724-933b-4009-85de-d6e631dbc231" providerId="ADAL" clId="{0593DD17-017D-4879-923D-48F6DB4E361D}" dt="2026-02-24T08:06:01.880" v="1" actId="207"/>
          <ac:spMkLst>
            <pc:docMk/>
            <pc:sldMk cId="857260244" sldId="278"/>
            <ac:spMk id="24" creationId="{B253873C-F803-6467-8C7F-8A4C9D742D91}"/>
          </ac:spMkLst>
        </pc:spChg>
        <pc:spChg chg="mod">
          <ac:chgData name="David Hoksbergen" userId="fea57724-933b-4009-85de-d6e631dbc231" providerId="ADAL" clId="{0593DD17-017D-4879-923D-48F6DB4E361D}" dt="2026-02-24T08:06:01.880" v="1" actId="207"/>
          <ac:spMkLst>
            <pc:docMk/>
            <pc:sldMk cId="857260244" sldId="278"/>
            <ac:spMk id="25" creationId="{FB899D0B-DC1A-0C83-72DC-48F7899770F5}"/>
          </ac:spMkLst>
        </pc:spChg>
        <pc:spChg chg="mod">
          <ac:chgData name="David Hoksbergen" userId="fea57724-933b-4009-85de-d6e631dbc231" providerId="ADAL" clId="{0593DD17-017D-4879-923D-48F6DB4E361D}" dt="2026-02-24T08:06:01.880" v="1" actId="207"/>
          <ac:spMkLst>
            <pc:docMk/>
            <pc:sldMk cId="857260244" sldId="278"/>
            <ac:spMk id="26" creationId="{9D85F0C5-770C-A47E-5B6C-333932E82350}"/>
          </ac:spMkLst>
        </pc:spChg>
        <pc:cxnChg chg="mod">
          <ac:chgData name="David Hoksbergen" userId="fea57724-933b-4009-85de-d6e631dbc231" providerId="ADAL" clId="{0593DD17-017D-4879-923D-48F6DB4E361D}" dt="2026-02-24T08:05:53.447" v="0" actId="208"/>
          <ac:cxnSpMkLst>
            <pc:docMk/>
            <pc:sldMk cId="857260244" sldId="278"/>
            <ac:cxnSpMk id="16" creationId="{B4C6270B-D596-283E-928C-1813CA19FF04}"/>
          </ac:cxnSpMkLst>
        </pc:cxnChg>
        <pc:cxnChg chg="mod">
          <ac:chgData name="David Hoksbergen" userId="fea57724-933b-4009-85de-d6e631dbc231" providerId="ADAL" clId="{0593DD17-017D-4879-923D-48F6DB4E361D}" dt="2026-02-24T08:05:53.447" v="0" actId="208"/>
          <ac:cxnSpMkLst>
            <pc:docMk/>
            <pc:sldMk cId="857260244" sldId="278"/>
            <ac:cxnSpMk id="19" creationId="{4F5A54DF-0AA5-05C3-6321-8D5FE1F6FDCE}"/>
          </ac:cxnSpMkLst>
        </pc:cxnChg>
        <pc:cxnChg chg="mod">
          <ac:chgData name="David Hoksbergen" userId="fea57724-933b-4009-85de-d6e631dbc231" providerId="ADAL" clId="{0593DD17-017D-4879-923D-48F6DB4E361D}" dt="2026-02-24T08:05:53.447" v="0" actId="208"/>
          <ac:cxnSpMkLst>
            <pc:docMk/>
            <pc:sldMk cId="857260244" sldId="278"/>
            <ac:cxnSpMk id="21" creationId="{0678875F-B787-717C-9428-081002599EF7}"/>
          </ac:cxnSpMkLst>
        </pc:cxnChg>
        <pc:cxnChg chg="mod">
          <ac:chgData name="David Hoksbergen" userId="fea57724-933b-4009-85de-d6e631dbc231" providerId="ADAL" clId="{0593DD17-017D-4879-923D-48F6DB4E361D}" dt="2026-02-24T08:05:53.447" v="0" actId="208"/>
          <ac:cxnSpMkLst>
            <pc:docMk/>
            <pc:sldMk cId="857260244" sldId="278"/>
            <ac:cxnSpMk id="22" creationId="{C9F0D187-B1E2-6AE5-8EA8-FCA582EE43A6}"/>
          </ac:cxnSpMkLst>
        </pc:cxnChg>
        <pc:cxnChg chg="mod">
          <ac:chgData name="David Hoksbergen" userId="fea57724-933b-4009-85de-d6e631dbc231" providerId="ADAL" clId="{0593DD17-017D-4879-923D-48F6DB4E361D}" dt="2026-02-24T08:05:53.447" v="0" actId="208"/>
          <ac:cxnSpMkLst>
            <pc:docMk/>
            <pc:sldMk cId="857260244" sldId="278"/>
            <ac:cxnSpMk id="28" creationId="{CDB74829-DC58-C533-D9BC-4FB5B5CD7F87}"/>
          </ac:cxnSpMkLst>
        </pc:cxnChg>
        <pc:cxnChg chg="mod">
          <ac:chgData name="David Hoksbergen" userId="fea57724-933b-4009-85de-d6e631dbc231" providerId="ADAL" clId="{0593DD17-017D-4879-923D-48F6DB4E361D}" dt="2026-02-24T08:05:53.447" v="0" actId="208"/>
          <ac:cxnSpMkLst>
            <pc:docMk/>
            <pc:sldMk cId="857260244" sldId="278"/>
            <ac:cxnSpMk id="30" creationId="{53FA4B97-0F64-CFFA-FBB8-33B2D1C05CC9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975A5E69-913D-7075-6B52-BB95972C9A5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B5703471-C892-6EE2-6FF0-0BED184EEFF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389327-A3CF-4895-B006-55C5A6AF22C9}" type="datetimeFigureOut">
              <a:rPr lang="nl-NL" smtClean="0"/>
              <a:t>24-2-2026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B563DAEE-1E0D-ABCF-577C-B65465E16BD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F3A01E0-3A4E-AC81-B4A8-43675C649FC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A7E87E-B171-4B7C-85F2-E5C471F0458B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2477199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FC7916-0C1F-9E4C-8031-A6DE60001303}" type="datetimeFigureOut">
              <a:rPr lang="nl-NL" smtClean="0"/>
              <a:t>24-2-2026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D1BB6A-67DD-4243-90C8-B0E8B04852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19752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2597BEC0-69EB-EB98-2287-0E07EB602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711200"/>
            <a:ext cx="12192000" cy="6146800"/>
          </a:xfrm>
          <a:solidFill>
            <a:srgbClr val="EAEECD"/>
          </a:solidFill>
        </p:spPr>
        <p:txBody>
          <a:bodyPr lIns="108000"/>
          <a:lstStyle/>
          <a:p>
            <a:r>
              <a:rPr lang="nl-NL"/>
              <a:t>Klik op het pictogram als u een afbeelding wilt toevoegen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70B93250-60FB-99DB-E3E3-D937706A6B0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752" y="711200"/>
            <a:ext cx="2857498" cy="546100"/>
          </a:xfrm>
          <a:solidFill>
            <a:schemeClr val="accent1"/>
          </a:solidFill>
        </p:spPr>
        <p:txBody>
          <a:bodyPr lIns="126000" tIns="36000" anchor="ctr" anchorCtr="0">
            <a:normAutofit/>
          </a:bodyPr>
          <a:lstStyle>
            <a:lvl1pPr marL="0" indent="0">
              <a:buNone/>
              <a:defRPr sz="2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</a:t>
            </a:r>
            <a:r>
              <a:rPr lang="nl-NL" dirty="0" err="1"/>
              <a:t>leerjaar+niveau</a:t>
            </a:r>
            <a:r>
              <a:rPr lang="nl-NL" dirty="0"/>
              <a:t>]</a:t>
            </a:r>
          </a:p>
        </p:txBody>
      </p:sp>
      <p:sp>
        <p:nvSpPr>
          <p:cNvPr id="6" name="Tijdelijke aanduiding voor tekst 4">
            <a:extLst>
              <a:ext uri="{FF2B5EF4-FFF2-40B4-BE49-F238E27FC236}">
                <a16:creationId xmlns:a16="http://schemas.microsoft.com/office/drawing/2014/main" id="{8EAF63B9-01C0-374D-59B4-A55C2D1CCFB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1340" y="1314450"/>
            <a:ext cx="5554660" cy="546100"/>
          </a:xfrm>
          <a:solidFill>
            <a:schemeClr val="bg1"/>
          </a:solidFill>
        </p:spPr>
        <p:txBody>
          <a:bodyPr lIns="126000" tIns="36000" anchor="ctr" anchorCtr="0">
            <a:normAutofit/>
          </a:bodyPr>
          <a:lstStyle>
            <a:lvl1pPr marL="0" indent="0"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[boek]</a:t>
            </a:r>
          </a:p>
        </p:txBody>
      </p:sp>
      <p:sp>
        <p:nvSpPr>
          <p:cNvPr id="7" name="Tijdelijke aanduiding voor tekst 4">
            <a:extLst>
              <a:ext uri="{FF2B5EF4-FFF2-40B4-BE49-F238E27FC236}">
                <a16:creationId xmlns:a16="http://schemas.microsoft.com/office/drawing/2014/main" id="{B231BDC9-80EB-54E4-A977-95A7CC6D059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1340" y="1917700"/>
            <a:ext cx="5554660" cy="546100"/>
          </a:xfrm>
          <a:solidFill>
            <a:schemeClr val="bg1"/>
          </a:solidFill>
        </p:spPr>
        <p:txBody>
          <a:bodyPr lIns="126000" tIns="36000" anchor="ctr" anchorCtr="0">
            <a:normAutofit/>
          </a:bodyPr>
          <a:lstStyle>
            <a:lvl1pPr marL="0" indent="0">
              <a:spcBef>
                <a:spcPts val="0"/>
              </a:spcBef>
              <a:buNone/>
              <a:defRPr sz="2200" b="1" spc="3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[paragraaftitel]</a:t>
            </a:r>
          </a:p>
        </p:txBody>
      </p:sp>
      <p:sp>
        <p:nvSpPr>
          <p:cNvPr id="8" name="Tijdelijke aanduiding voor tekst 4">
            <a:extLst>
              <a:ext uri="{FF2B5EF4-FFF2-40B4-BE49-F238E27FC236}">
                <a16:creationId xmlns:a16="http://schemas.microsoft.com/office/drawing/2014/main" id="{0F014B9D-1A94-2AA9-7354-1992B5089C2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1340" y="2520950"/>
            <a:ext cx="5554660" cy="546100"/>
          </a:xfrm>
          <a:solidFill>
            <a:schemeClr val="bg1"/>
          </a:solidFill>
        </p:spPr>
        <p:txBody>
          <a:bodyPr lIns="126000" tIns="36000" anchor="ctr" anchorCtr="0">
            <a:normAutofit/>
          </a:bodyPr>
          <a:lstStyle>
            <a:lvl1pPr marL="0" indent="0">
              <a:spcBef>
                <a:spcPts val="0"/>
              </a:spcBef>
              <a:buNone/>
              <a:defRPr sz="2200" b="0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[theorietitel]</a:t>
            </a:r>
          </a:p>
        </p:txBody>
      </p:sp>
      <p:sp>
        <p:nvSpPr>
          <p:cNvPr id="9" name="Tijdelijke aanduiding voor voettekst 8">
            <a:extLst>
              <a:ext uri="{FF2B5EF4-FFF2-40B4-BE49-F238E27FC236}">
                <a16:creationId xmlns:a16="http://schemas.microsoft.com/office/drawing/2014/main" id="{C509AFD6-C618-02D1-BED3-9E5B4AF9C4F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26468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2597BEC0-69EB-EB98-2287-0E07EB602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711200"/>
            <a:ext cx="12192000" cy="6146800"/>
          </a:xfrm>
          <a:solidFill>
            <a:srgbClr val="EAEECD"/>
          </a:solidFill>
        </p:spPr>
        <p:txBody>
          <a:bodyPr lIns="108000"/>
          <a:lstStyle/>
          <a:p>
            <a:r>
              <a:rPr lang="nl-NL"/>
              <a:t>Klik op het pictogram als u een afbeelding wilt toevoegen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70B93250-60FB-99DB-E3E3-D937706A6B0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752" y="711200"/>
            <a:ext cx="2857498" cy="546100"/>
          </a:xfrm>
          <a:solidFill>
            <a:schemeClr val="accent1"/>
          </a:solidFill>
        </p:spPr>
        <p:txBody>
          <a:bodyPr lIns="126000" tIns="36000" anchor="ctr" anchorCtr="0">
            <a:normAutofit/>
          </a:bodyPr>
          <a:lstStyle>
            <a:lvl1pPr marL="0" indent="0">
              <a:buNone/>
              <a:defRPr sz="2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</a:t>
            </a:r>
            <a:r>
              <a:rPr lang="nl-NL" dirty="0" err="1"/>
              <a:t>leerjaar+niveau</a:t>
            </a:r>
            <a:r>
              <a:rPr lang="nl-NL" dirty="0"/>
              <a:t>]</a:t>
            </a:r>
          </a:p>
        </p:txBody>
      </p:sp>
      <p:sp>
        <p:nvSpPr>
          <p:cNvPr id="6" name="Tijdelijke aanduiding voor tekst 4">
            <a:extLst>
              <a:ext uri="{FF2B5EF4-FFF2-40B4-BE49-F238E27FC236}">
                <a16:creationId xmlns:a16="http://schemas.microsoft.com/office/drawing/2014/main" id="{8EAF63B9-01C0-374D-59B4-A55C2D1CCFB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1340" y="1314450"/>
            <a:ext cx="5554660" cy="546100"/>
          </a:xfrm>
          <a:solidFill>
            <a:schemeClr val="bg1"/>
          </a:solidFill>
        </p:spPr>
        <p:txBody>
          <a:bodyPr lIns="126000" tIns="36000" anchor="ctr" anchorCtr="0">
            <a:normAutofit/>
          </a:bodyPr>
          <a:lstStyle>
            <a:lvl1pPr marL="0" indent="0"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[boek]</a:t>
            </a:r>
          </a:p>
        </p:txBody>
      </p:sp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056C76C2-6051-56CC-9460-A7698D00164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72153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kennis 01 - Handopste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F2AEAB84-A768-0163-99F8-57144A7E5013}"/>
              </a:ext>
            </a:extLst>
          </p:cNvPr>
          <p:cNvSpPr txBox="1"/>
          <p:nvPr userDrawn="1"/>
        </p:nvSpPr>
        <p:spPr>
          <a:xfrm>
            <a:off x="366713" y="71452"/>
            <a:ext cx="33396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000" dirty="0">
                <a:latin typeface="+mj-lt"/>
              </a:rPr>
              <a:t>Voorkennis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B33F8261-2593-C86D-C12A-1E2EEE75AF5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8301" y="1124873"/>
            <a:ext cx="401149" cy="401149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0">
            <a:noAutofit/>
          </a:bodyPr>
          <a:lstStyle>
            <a:lvl1pPr marL="0" indent="0">
              <a:buNone/>
              <a:defRPr sz="100">
                <a:solidFill>
                  <a:schemeClr val="bg1"/>
                </a:solidFill>
              </a:defRPr>
            </a:lvl1pPr>
            <a:lvl2pPr marL="457200" indent="0">
              <a:buNone/>
              <a:defRPr sz="100"/>
            </a:lvl2pPr>
            <a:lvl3pPr marL="914400" indent="0">
              <a:buNone/>
              <a:defRPr sz="100"/>
            </a:lvl3pPr>
            <a:lvl4pPr marL="1371600" indent="0">
              <a:buNone/>
              <a:defRPr sz="100"/>
            </a:lvl4pPr>
            <a:lvl5pPr marL="1828800" indent="0">
              <a:buNone/>
              <a:defRPr sz="100"/>
            </a:lvl5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8078" y="1112400"/>
            <a:ext cx="5472112" cy="4926012"/>
          </a:xfrm>
        </p:spPr>
        <p:txBody>
          <a:bodyPr lIns="0" tIns="0" rIns="0" bIns="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grpSp>
        <p:nvGrpSpPr>
          <p:cNvPr id="23" name="Groep 22">
            <a:extLst>
              <a:ext uri="{FF2B5EF4-FFF2-40B4-BE49-F238E27FC236}">
                <a16:creationId xmlns:a16="http://schemas.microsoft.com/office/drawing/2014/main" id="{E96F2D68-B0F8-30A6-8B52-89B145A08131}"/>
              </a:ext>
            </a:extLst>
          </p:cNvPr>
          <p:cNvGrpSpPr/>
          <p:nvPr userDrawn="1"/>
        </p:nvGrpSpPr>
        <p:grpSpPr>
          <a:xfrm>
            <a:off x="10388600" y="1111249"/>
            <a:ext cx="1278401" cy="1280999"/>
            <a:chOff x="10388600" y="1111249"/>
            <a:chExt cx="1278401" cy="1280999"/>
          </a:xfrm>
        </p:grpSpPr>
        <p:sp>
          <p:nvSpPr>
            <p:cNvPr id="24" name="Rechthoek: afgeronde hoeken 23">
              <a:extLst>
                <a:ext uri="{FF2B5EF4-FFF2-40B4-BE49-F238E27FC236}">
                  <a16:creationId xmlns:a16="http://schemas.microsoft.com/office/drawing/2014/main" id="{37BD1BCA-F340-AECA-7D36-D3F32D148666}"/>
                </a:ext>
              </a:extLst>
            </p:cNvPr>
            <p:cNvSpPr/>
            <p:nvPr userDrawn="1"/>
          </p:nvSpPr>
          <p:spPr>
            <a:xfrm>
              <a:off x="10388600" y="1111249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25" name="Afbeelding 24" descr="Afbeelding met silhouet, hand&#10;&#10;Door AI gegenereerde inhoud is mogelijk onjuist.">
              <a:extLst>
                <a:ext uri="{FF2B5EF4-FFF2-40B4-BE49-F238E27FC236}">
                  <a16:creationId xmlns:a16="http://schemas.microsoft.com/office/drawing/2014/main" id="{4C414373-FA17-2C08-ED94-511575935E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0604501" y="1237069"/>
              <a:ext cx="751814" cy="11393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839763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kennis 01 - Schrijv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F2AEAB84-A768-0163-99F8-57144A7E5013}"/>
              </a:ext>
            </a:extLst>
          </p:cNvPr>
          <p:cNvSpPr txBox="1"/>
          <p:nvPr userDrawn="1"/>
        </p:nvSpPr>
        <p:spPr>
          <a:xfrm>
            <a:off x="366713" y="71452"/>
            <a:ext cx="33396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000" dirty="0">
                <a:latin typeface="+mj-lt"/>
              </a:rPr>
              <a:t>Voorkennis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B33F8261-2593-C86D-C12A-1E2EEE75AF5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8301" y="1124873"/>
            <a:ext cx="401149" cy="401149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0">
            <a:noAutofit/>
          </a:bodyPr>
          <a:lstStyle>
            <a:lvl1pPr marL="0" indent="0">
              <a:buNone/>
              <a:defRPr sz="100">
                <a:solidFill>
                  <a:schemeClr val="bg1"/>
                </a:solidFill>
              </a:defRPr>
            </a:lvl1pPr>
            <a:lvl2pPr marL="457200" indent="0">
              <a:buNone/>
              <a:defRPr sz="100"/>
            </a:lvl2pPr>
            <a:lvl3pPr marL="914400" indent="0">
              <a:buNone/>
              <a:defRPr sz="100"/>
            </a:lvl3pPr>
            <a:lvl4pPr marL="1371600" indent="0">
              <a:buNone/>
              <a:defRPr sz="100"/>
            </a:lvl4pPr>
            <a:lvl5pPr marL="1828800" indent="0">
              <a:buNone/>
              <a:defRPr sz="100"/>
            </a:lvl5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8078" y="1112400"/>
            <a:ext cx="5472112" cy="4926012"/>
          </a:xfrm>
        </p:spPr>
        <p:txBody>
          <a:bodyPr lIns="0" tIns="0" rIns="0" bIns="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grpSp>
        <p:nvGrpSpPr>
          <p:cNvPr id="5" name="Groep 4">
            <a:extLst>
              <a:ext uri="{FF2B5EF4-FFF2-40B4-BE49-F238E27FC236}">
                <a16:creationId xmlns:a16="http://schemas.microsoft.com/office/drawing/2014/main" id="{82BD7B6F-F4A7-4486-5B74-0279752449C6}"/>
              </a:ext>
            </a:extLst>
          </p:cNvPr>
          <p:cNvGrpSpPr/>
          <p:nvPr userDrawn="1"/>
        </p:nvGrpSpPr>
        <p:grpSpPr>
          <a:xfrm>
            <a:off x="10388600" y="1111250"/>
            <a:ext cx="1278401" cy="1280999"/>
            <a:chOff x="9110199" y="1111250"/>
            <a:chExt cx="1278401" cy="1280999"/>
          </a:xfrm>
        </p:grpSpPr>
        <p:sp>
          <p:nvSpPr>
            <p:cNvPr id="6" name="Rechthoek: afgeronde hoeken 5">
              <a:extLst>
                <a:ext uri="{FF2B5EF4-FFF2-40B4-BE49-F238E27FC236}">
                  <a16:creationId xmlns:a16="http://schemas.microsoft.com/office/drawing/2014/main" id="{F799C5A7-0A4B-853D-C152-CF00BA1B112C}"/>
                </a:ext>
              </a:extLst>
            </p:cNvPr>
            <p:cNvSpPr/>
            <p:nvPr userDrawn="1"/>
          </p:nvSpPr>
          <p:spPr>
            <a:xfrm>
              <a:off x="9110199" y="1111250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7" name="Afbeelding 6">
              <a:extLst>
                <a:ext uri="{FF2B5EF4-FFF2-40B4-BE49-F238E27FC236}">
                  <a16:creationId xmlns:a16="http://schemas.microsoft.com/office/drawing/2014/main" id="{3C5AEE55-2698-1E4A-D9A5-08EBC572FAC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rcRect/>
            <a:stretch/>
          </p:blipFill>
          <p:spPr>
            <a:xfrm>
              <a:off x="9267455" y="1265645"/>
              <a:ext cx="972897" cy="9387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30848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kennis 02 - HandOpste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F2AEAB84-A768-0163-99F8-57144A7E5013}"/>
              </a:ext>
            </a:extLst>
          </p:cNvPr>
          <p:cNvSpPr txBox="1"/>
          <p:nvPr userDrawn="1"/>
        </p:nvSpPr>
        <p:spPr>
          <a:xfrm>
            <a:off x="366713" y="71452"/>
            <a:ext cx="33396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000" dirty="0">
                <a:latin typeface="+mj-lt"/>
              </a:rPr>
              <a:t>Voorkennis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8077" y="2843099"/>
            <a:ext cx="10818923" cy="1157401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buFont typeface="+mj-lt"/>
              <a:buNone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23" name="Tijdelijke aanduiding voor tekst 15">
            <a:extLst>
              <a:ext uri="{FF2B5EF4-FFF2-40B4-BE49-F238E27FC236}">
                <a16:creationId xmlns:a16="http://schemas.microsoft.com/office/drawing/2014/main" id="{349A728F-7D86-B8B0-8999-4F2BCA0CE0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10012557" y="4477350"/>
            <a:ext cx="1273448" cy="165504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ts val="100"/>
              </a:lnSpc>
              <a:buNone/>
              <a:defRPr sz="1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  <p:grpSp>
        <p:nvGrpSpPr>
          <p:cNvPr id="33" name="Groep 32">
            <a:extLst>
              <a:ext uri="{FF2B5EF4-FFF2-40B4-BE49-F238E27FC236}">
                <a16:creationId xmlns:a16="http://schemas.microsoft.com/office/drawing/2014/main" id="{98619109-1FBA-2D25-77E6-8A06A285898D}"/>
              </a:ext>
            </a:extLst>
          </p:cNvPr>
          <p:cNvGrpSpPr/>
          <p:nvPr userDrawn="1"/>
        </p:nvGrpSpPr>
        <p:grpSpPr>
          <a:xfrm>
            <a:off x="10388600" y="1111249"/>
            <a:ext cx="1278401" cy="1280999"/>
            <a:chOff x="10388600" y="1111249"/>
            <a:chExt cx="1278401" cy="1280999"/>
          </a:xfrm>
        </p:grpSpPr>
        <p:sp>
          <p:nvSpPr>
            <p:cNvPr id="34" name="Rechthoek: afgeronde hoeken 33">
              <a:extLst>
                <a:ext uri="{FF2B5EF4-FFF2-40B4-BE49-F238E27FC236}">
                  <a16:creationId xmlns:a16="http://schemas.microsoft.com/office/drawing/2014/main" id="{D974CA60-9032-0436-8001-C29E98A63F5E}"/>
                </a:ext>
              </a:extLst>
            </p:cNvPr>
            <p:cNvSpPr/>
            <p:nvPr userDrawn="1"/>
          </p:nvSpPr>
          <p:spPr>
            <a:xfrm>
              <a:off x="10388600" y="1111249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35" name="Afbeelding 34" descr="Afbeelding met silhouet, hand&#10;&#10;Door AI gegenereerde inhoud is mogelijk onjuist.">
              <a:extLst>
                <a:ext uri="{FF2B5EF4-FFF2-40B4-BE49-F238E27FC236}">
                  <a16:creationId xmlns:a16="http://schemas.microsoft.com/office/drawing/2014/main" id="{F354D35C-4D42-9ED0-E611-945FED7D6E6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0604501" y="1237069"/>
              <a:ext cx="751814" cy="1139303"/>
            </a:xfrm>
            <a:prstGeom prst="rect">
              <a:avLst/>
            </a:prstGeom>
          </p:spPr>
        </p:pic>
      </p:grpSp>
      <p:sp>
        <p:nvSpPr>
          <p:cNvPr id="13" name="Tijdelijke aanduiding voor tekst 15">
            <a:extLst>
              <a:ext uri="{FF2B5EF4-FFF2-40B4-BE49-F238E27FC236}">
                <a16:creationId xmlns:a16="http://schemas.microsoft.com/office/drawing/2014/main" id="{492A6E29-E27F-C587-97D2-60E78FE5B2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36842" y="4690110"/>
            <a:ext cx="594000" cy="594000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14" name="Tijdelijke aanduiding voor tekst 15">
            <a:extLst>
              <a:ext uri="{FF2B5EF4-FFF2-40B4-BE49-F238E27FC236}">
                <a16:creationId xmlns:a16="http://schemas.microsoft.com/office/drawing/2014/main" id="{C0D58DB5-F291-A3FD-E331-1DC8B59A1D1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636842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15" name="Tijdelijke aanduiding voor tekst 15">
            <a:extLst>
              <a:ext uri="{FF2B5EF4-FFF2-40B4-BE49-F238E27FC236}">
                <a16:creationId xmlns:a16="http://schemas.microsoft.com/office/drawing/2014/main" id="{92304C8A-221D-FD1D-24B5-EF31FE7477A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65425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16" name="Tijdelijke aanduiding voor tekst 15">
            <a:extLst>
              <a:ext uri="{FF2B5EF4-FFF2-40B4-BE49-F238E27FC236}">
                <a16:creationId xmlns:a16="http://schemas.microsoft.com/office/drawing/2014/main" id="{520EBED7-D728-0DA7-8751-846DD1DA4D4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79365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22" name="Tijdelijke aanduiding voor tekst 15">
            <a:extLst>
              <a:ext uri="{FF2B5EF4-FFF2-40B4-BE49-F238E27FC236}">
                <a16:creationId xmlns:a16="http://schemas.microsoft.com/office/drawing/2014/main" id="{35D67A24-0267-D892-D928-6B0EE4135F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704144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24" name="Tijdelijke aanduiding voor tekst 15">
            <a:extLst>
              <a:ext uri="{FF2B5EF4-FFF2-40B4-BE49-F238E27FC236}">
                <a16:creationId xmlns:a16="http://schemas.microsoft.com/office/drawing/2014/main" id="{892DA647-5DCF-5AA1-F4D1-0BEF302BAAA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71775" y="4690110"/>
            <a:ext cx="594000" cy="594000"/>
          </a:xfrm>
          <a:prstGeom prst="ellipse">
            <a:avLst/>
          </a:prstGeom>
          <a:solidFill>
            <a:srgbClr val="F78D8D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25" name="Tijdelijke aanduiding voor tekst 15">
            <a:extLst>
              <a:ext uri="{FF2B5EF4-FFF2-40B4-BE49-F238E27FC236}">
                <a16:creationId xmlns:a16="http://schemas.microsoft.com/office/drawing/2014/main" id="{716C6E9F-D133-0AE7-C866-36E7D5B4976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771573" y="4690110"/>
            <a:ext cx="594000" cy="594000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0" name="Tijdelijke aanduiding voor tekst 15">
            <a:extLst>
              <a:ext uri="{FF2B5EF4-FFF2-40B4-BE49-F238E27FC236}">
                <a16:creationId xmlns:a16="http://schemas.microsoft.com/office/drawing/2014/main" id="{1BC3BDA2-5B92-836C-F885-C59BA2D1804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713110" y="4690110"/>
            <a:ext cx="594000" cy="594000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9232874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kennis 02 - Schrijv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F2AEAB84-A768-0163-99F8-57144A7E5013}"/>
              </a:ext>
            </a:extLst>
          </p:cNvPr>
          <p:cNvSpPr txBox="1"/>
          <p:nvPr userDrawn="1"/>
        </p:nvSpPr>
        <p:spPr>
          <a:xfrm>
            <a:off x="366713" y="71452"/>
            <a:ext cx="33396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000" dirty="0">
                <a:latin typeface="+mj-lt"/>
              </a:rPr>
              <a:t>Voorkennis</a:t>
            </a:r>
          </a:p>
        </p:txBody>
      </p:sp>
      <p:grpSp>
        <p:nvGrpSpPr>
          <p:cNvPr id="5" name="Groep 4">
            <a:extLst>
              <a:ext uri="{FF2B5EF4-FFF2-40B4-BE49-F238E27FC236}">
                <a16:creationId xmlns:a16="http://schemas.microsoft.com/office/drawing/2014/main" id="{82BD7B6F-F4A7-4486-5B74-0279752449C6}"/>
              </a:ext>
            </a:extLst>
          </p:cNvPr>
          <p:cNvGrpSpPr/>
          <p:nvPr userDrawn="1"/>
        </p:nvGrpSpPr>
        <p:grpSpPr>
          <a:xfrm>
            <a:off x="10388600" y="1111250"/>
            <a:ext cx="1278401" cy="1280999"/>
            <a:chOff x="9110199" y="1111250"/>
            <a:chExt cx="1278401" cy="1280999"/>
          </a:xfrm>
        </p:grpSpPr>
        <p:sp>
          <p:nvSpPr>
            <p:cNvPr id="6" name="Rechthoek: afgeronde hoeken 5">
              <a:extLst>
                <a:ext uri="{FF2B5EF4-FFF2-40B4-BE49-F238E27FC236}">
                  <a16:creationId xmlns:a16="http://schemas.microsoft.com/office/drawing/2014/main" id="{F799C5A7-0A4B-853D-C152-CF00BA1B112C}"/>
                </a:ext>
              </a:extLst>
            </p:cNvPr>
            <p:cNvSpPr/>
            <p:nvPr userDrawn="1"/>
          </p:nvSpPr>
          <p:spPr>
            <a:xfrm>
              <a:off x="9110199" y="1111250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7" name="Afbeelding 6">
              <a:extLst>
                <a:ext uri="{FF2B5EF4-FFF2-40B4-BE49-F238E27FC236}">
                  <a16:creationId xmlns:a16="http://schemas.microsoft.com/office/drawing/2014/main" id="{3C5AEE55-2698-1E4A-D9A5-08EBC572FAC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/>
            <a:stretch/>
          </p:blipFill>
          <p:spPr>
            <a:xfrm>
              <a:off x="9267455" y="1265645"/>
              <a:ext cx="972897" cy="938728"/>
            </a:xfrm>
            <a:prstGeom prst="rect">
              <a:avLst/>
            </a:prstGeom>
          </p:spPr>
        </p:pic>
      </p:grp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8077" y="2843099"/>
            <a:ext cx="10818923" cy="1157401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buFont typeface="+mj-lt"/>
              <a:buNone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23" name="Tijdelijke aanduiding voor tekst 15">
            <a:extLst>
              <a:ext uri="{FF2B5EF4-FFF2-40B4-BE49-F238E27FC236}">
                <a16:creationId xmlns:a16="http://schemas.microsoft.com/office/drawing/2014/main" id="{349A728F-7D86-B8B0-8999-4F2BCA0CE03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012557" y="4477350"/>
            <a:ext cx="1273448" cy="165504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ts val="100"/>
              </a:lnSpc>
              <a:buNone/>
              <a:defRPr sz="1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30" name="Tijdelijke aanduiding voor tekst 15">
            <a:extLst>
              <a:ext uri="{FF2B5EF4-FFF2-40B4-BE49-F238E27FC236}">
                <a16:creationId xmlns:a16="http://schemas.microsoft.com/office/drawing/2014/main" id="{D625E4AA-0DDD-DCBF-BCA1-C93FB4C7DE8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36842" y="4690110"/>
            <a:ext cx="594000" cy="594000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1" name="Tijdelijke aanduiding voor tekst 15">
            <a:extLst>
              <a:ext uri="{FF2B5EF4-FFF2-40B4-BE49-F238E27FC236}">
                <a16:creationId xmlns:a16="http://schemas.microsoft.com/office/drawing/2014/main" id="{8A4B3CC1-9AAC-E9A1-6580-C26465AD543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636842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2" name="Tijdelijke aanduiding voor tekst 15">
            <a:extLst>
              <a:ext uri="{FF2B5EF4-FFF2-40B4-BE49-F238E27FC236}">
                <a16:creationId xmlns:a16="http://schemas.microsoft.com/office/drawing/2014/main" id="{4B6C62AE-587E-79F4-AB67-BA53A05A71D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65425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3" name="Tijdelijke aanduiding voor tekst 15">
            <a:extLst>
              <a:ext uri="{FF2B5EF4-FFF2-40B4-BE49-F238E27FC236}">
                <a16:creationId xmlns:a16="http://schemas.microsoft.com/office/drawing/2014/main" id="{39BE282B-4D99-39D3-D2C1-77D02A93089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79365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4" name="Tijdelijke aanduiding voor tekst 15">
            <a:extLst>
              <a:ext uri="{FF2B5EF4-FFF2-40B4-BE49-F238E27FC236}">
                <a16:creationId xmlns:a16="http://schemas.microsoft.com/office/drawing/2014/main" id="{11D0F939-2DEA-1AD8-65C7-7E4336B1CC0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704144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5" name="Tijdelijke aanduiding voor tekst 15">
            <a:extLst>
              <a:ext uri="{FF2B5EF4-FFF2-40B4-BE49-F238E27FC236}">
                <a16:creationId xmlns:a16="http://schemas.microsoft.com/office/drawing/2014/main" id="{D80C2D7F-A44B-3413-FF4E-EC41AFA29EB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71775" y="4690110"/>
            <a:ext cx="594000" cy="594000"/>
          </a:xfrm>
          <a:prstGeom prst="ellipse">
            <a:avLst/>
          </a:prstGeom>
          <a:solidFill>
            <a:srgbClr val="F78D8D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6" name="Tijdelijke aanduiding voor tekst 15">
            <a:extLst>
              <a:ext uri="{FF2B5EF4-FFF2-40B4-BE49-F238E27FC236}">
                <a16:creationId xmlns:a16="http://schemas.microsoft.com/office/drawing/2014/main" id="{4CB67080-EEEF-C650-2A45-6FD89A123B2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771573" y="4690110"/>
            <a:ext cx="594000" cy="594000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7" name="Tijdelijke aanduiding voor tekst 15">
            <a:extLst>
              <a:ext uri="{FF2B5EF4-FFF2-40B4-BE49-F238E27FC236}">
                <a16:creationId xmlns:a16="http://schemas.microsoft.com/office/drawing/2014/main" id="{FE8275CF-9220-94A0-02A0-ED59E45FCA8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713110" y="4690110"/>
            <a:ext cx="594000" cy="594000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0543416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kennis 03 - HandOpste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F2AEAB84-A768-0163-99F8-57144A7E5013}"/>
              </a:ext>
            </a:extLst>
          </p:cNvPr>
          <p:cNvSpPr txBox="1"/>
          <p:nvPr userDrawn="1"/>
        </p:nvSpPr>
        <p:spPr>
          <a:xfrm>
            <a:off x="366713" y="71452"/>
            <a:ext cx="33396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000" dirty="0">
                <a:latin typeface="+mj-lt"/>
              </a:rPr>
              <a:t>Voorkennis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4991" y="1111250"/>
            <a:ext cx="5995349" cy="4695189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buFont typeface="+mj-lt"/>
              <a:buNone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23" name="Tijdelijke aanduiding voor tekst 15">
            <a:extLst>
              <a:ext uri="{FF2B5EF4-FFF2-40B4-BE49-F238E27FC236}">
                <a16:creationId xmlns:a16="http://schemas.microsoft.com/office/drawing/2014/main" id="{349A728F-7D86-B8B0-8999-4F2BCA0CE0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 rot="5400000">
            <a:off x="9597769" y="3163454"/>
            <a:ext cx="1115514" cy="216885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ts val="100"/>
              </a:lnSpc>
              <a:buNone/>
              <a:defRPr sz="1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  <p:grpSp>
        <p:nvGrpSpPr>
          <p:cNvPr id="11" name="Groep 10">
            <a:extLst>
              <a:ext uri="{FF2B5EF4-FFF2-40B4-BE49-F238E27FC236}">
                <a16:creationId xmlns:a16="http://schemas.microsoft.com/office/drawing/2014/main" id="{3EB99B45-BCB8-75FC-E882-4B19B845C111}"/>
              </a:ext>
            </a:extLst>
          </p:cNvPr>
          <p:cNvGrpSpPr/>
          <p:nvPr userDrawn="1"/>
        </p:nvGrpSpPr>
        <p:grpSpPr>
          <a:xfrm>
            <a:off x="10388600" y="1111249"/>
            <a:ext cx="1278401" cy="1280999"/>
            <a:chOff x="10388600" y="1111249"/>
            <a:chExt cx="1278401" cy="1280999"/>
          </a:xfrm>
        </p:grpSpPr>
        <p:sp>
          <p:nvSpPr>
            <p:cNvPr id="13" name="Rechthoek: afgeronde hoeken 12">
              <a:extLst>
                <a:ext uri="{FF2B5EF4-FFF2-40B4-BE49-F238E27FC236}">
                  <a16:creationId xmlns:a16="http://schemas.microsoft.com/office/drawing/2014/main" id="{0227C332-5726-F825-ECBA-949F6A878CD1}"/>
                </a:ext>
              </a:extLst>
            </p:cNvPr>
            <p:cNvSpPr/>
            <p:nvPr userDrawn="1"/>
          </p:nvSpPr>
          <p:spPr>
            <a:xfrm>
              <a:off x="10388600" y="1111249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14" name="Afbeelding 13" descr="Afbeelding met silhouet, hand&#10;&#10;Door AI gegenereerde inhoud is mogelijk onjuist.">
              <a:extLst>
                <a:ext uri="{FF2B5EF4-FFF2-40B4-BE49-F238E27FC236}">
                  <a16:creationId xmlns:a16="http://schemas.microsoft.com/office/drawing/2014/main" id="{CBD6AABA-2869-53A9-5BB0-3B8E5D98CE4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0604501" y="1237069"/>
              <a:ext cx="751814" cy="1139303"/>
            </a:xfrm>
            <a:prstGeom prst="rect">
              <a:avLst/>
            </a:prstGeom>
          </p:spPr>
        </p:pic>
      </p:grpSp>
      <p:sp>
        <p:nvSpPr>
          <p:cNvPr id="22" name="Tijdelijke aanduiding voor tekst 15">
            <a:extLst>
              <a:ext uri="{FF2B5EF4-FFF2-40B4-BE49-F238E27FC236}">
                <a16:creationId xmlns:a16="http://schemas.microsoft.com/office/drawing/2014/main" id="{69DC0D97-7F92-8738-ABBA-3F85F8EFD38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139444" y="1486784"/>
            <a:ext cx="594000" cy="594000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24" name="Tijdelijke aanduiding voor tekst 15">
            <a:extLst>
              <a:ext uri="{FF2B5EF4-FFF2-40B4-BE49-F238E27FC236}">
                <a16:creationId xmlns:a16="http://schemas.microsoft.com/office/drawing/2014/main" id="{08E49996-C68C-1386-DFEA-11C5B987D51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869431" y="1474168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25" name="Tijdelijke aanduiding voor tekst 15">
            <a:extLst>
              <a:ext uri="{FF2B5EF4-FFF2-40B4-BE49-F238E27FC236}">
                <a16:creationId xmlns:a16="http://schemas.microsoft.com/office/drawing/2014/main" id="{35E1B86E-06F4-6D46-022E-292CC5A4622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869431" y="2376372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3" name="Tijdelijke aanduiding voor tekst 15">
            <a:extLst>
              <a:ext uri="{FF2B5EF4-FFF2-40B4-BE49-F238E27FC236}">
                <a16:creationId xmlns:a16="http://schemas.microsoft.com/office/drawing/2014/main" id="{651FDD4A-AF4C-58AD-E8D0-43254A61245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869431" y="3252269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4" name="Tijdelijke aanduiding voor tekst 15">
            <a:extLst>
              <a:ext uri="{FF2B5EF4-FFF2-40B4-BE49-F238E27FC236}">
                <a16:creationId xmlns:a16="http://schemas.microsoft.com/office/drawing/2014/main" id="{8C4606F1-319E-9BD9-78DC-9CB382530DD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869431" y="4071552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5" name="Tijdelijke aanduiding voor tekst 15">
            <a:extLst>
              <a:ext uri="{FF2B5EF4-FFF2-40B4-BE49-F238E27FC236}">
                <a16:creationId xmlns:a16="http://schemas.microsoft.com/office/drawing/2014/main" id="{B1636737-6073-6D51-719E-BEC3A7E8144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39444" y="2371268"/>
            <a:ext cx="594000" cy="594000"/>
          </a:xfrm>
          <a:prstGeom prst="ellipse">
            <a:avLst/>
          </a:prstGeom>
          <a:solidFill>
            <a:srgbClr val="F78D8D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6" name="Tijdelijke aanduiding voor tekst 15">
            <a:extLst>
              <a:ext uri="{FF2B5EF4-FFF2-40B4-BE49-F238E27FC236}">
                <a16:creationId xmlns:a16="http://schemas.microsoft.com/office/drawing/2014/main" id="{08329855-2CA1-6726-626F-52DB158C2B6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39444" y="3252326"/>
            <a:ext cx="594000" cy="594000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7" name="Tijdelijke aanduiding voor tekst 15">
            <a:extLst>
              <a:ext uri="{FF2B5EF4-FFF2-40B4-BE49-F238E27FC236}">
                <a16:creationId xmlns:a16="http://schemas.microsoft.com/office/drawing/2014/main" id="{4A93961E-FF2E-23EE-84DD-C8E6C84580E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139444" y="4071552"/>
            <a:ext cx="594000" cy="594000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4284421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kennis 03 - Schrijv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F2AEAB84-A768-0163-99F8-57144A7E5013}"/>
              </a:ext>
            </a:extLst>
          </p:cNvPr>
          <p:cNvSpPr txBox="1"/>
          <p:nvPr userDrawn="1"/>
        </p:nvSpPr>
        <p:spPr>
          <a:xfrm>
            <a:off x="366713" y="71452"/>
            <a:ext cx="33396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000" dirty="0">
                <a:latin typeface="+mj-lt"/>
              </a:rPr>
              <a:t>Voorkennis</a:t>
            </a:r>
          </a:p>
        </p:txBody>
      </p:sp>
      <p:grpSp>
        <p:nvGrpSpPr>
          <p:cNvPr id="5" name="Groep 4">
            <a:extLst>
              <a:ext uri="{FF2B5EF4-FFF2-40B4-BE49-F238E27FC236}">
                <a16:creationId xmlns:a16="http://schemas.microsoft.com/office/drawing/2014/main" id="{82BD7B6F-F4A7-4486-5B74-0279752449C6}"/>
              </a:ext>
            </a:extLst>
          </p:cNvPr>
          <p:cNvGrpSpPr/>
          <p:nvPr userDrawn="1"/>
        </p:nvGrpSpPr>
        <p:grpSpPr>
          <a:xfrm>
            <a:off x="10388600" y="1111250"/>
            <a:ext cx="1278401" cy="1280999"/>
            <a:chOff x="9110199" y="1111250"/>
            <a:chExt cx="1278401" cy="1280999"/>
          </a:xfrm>
        </p:grpSpPr>
        <p:sp>
          <p:nvSpPr>
            <p:cNvPr id="6" name="Rechthoek: afgeronde hoeken 5">
              <a:extLst>
                <a:ext uri="{FF2B5EF4-FFF2-40B4-BE49-F238E27FC236}">
                  <a16:creationId xmlns:a16="http://schemas.microsoft.com/office/drawing/2014/main" id="{F799C5A7-0A4B-853D-C152-CF00BA1B112C}"/>
                </a:ext>
              </a:extLst>
            </p:cNvPr>
            <p:cNvSpPr/>
            <p:nvPr userDrawn="1"/>
          </p:nvSpPr>
          <p:spPr>
            <a:xfrm>
              <a:off x="9110199" y="1111250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7" name="Afbeelding 6">
              <a:extLst>
                <a:ext uri="{FF2B5EF4-FFF2-40B4-BE49-F238E27FC236}">
                  <a16:creationId xmlns:a16="http://schemas.microsoft.com/office/drawing/2014/main" id="{3C5AEE55-2698-1E4A-D9A5-08EBC572FAC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/>
            <a:stretch/>
          </p:blipFill>
          <p:spPr>
            <a:xfrm>
              <a:off x="9267455" y="1265645"/>
              <a:ext cx="972897" cy="938728"/>
            </a:xfrm>
            <a:prstGeom prst="rect">
              <a:avLst/>
            </a:prstGeom>
          </p:spPr>
        </p:pic>
      </p:grp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4991" y="1111250"/>
            <a:ext cx="5995349" cy="4695189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buFont typeface="+mj-lt"/>
              <a:buNone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23" name="Tijdelijke aanduiding voor tekst 15">
            <a:extLst>
              <a:ext uri="{FF2B5EF4-FFF2-40B4-BE49-F238E27FC236}">
                <a16:creationId xmlns:a16="http://schemas.microsoft.com/office/drawing/2014/main" id="{349A728F-7D86-B8B0-8999-4F2BCA0CE0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 rot="5400000">
            <a:off x="9597769" y="3163454"/>
            <a:ext cx="1115514" cy="216885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ts val="100"/>
              </a:lnSpc>
              <a:buNone/>
              <a:defRPr sz="1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30" name="Tijdelijke aanduiding voor tekst 15">
            <a:extLst>
              <a:ext uri="{FF2B5EF4-FFF2-40B4-BE49-F238E27FC236}">
                <a16:creationId xmlns:a16="http://schemas.microsoft.com/office/drawing/2014/main" id="{067BF9F3-6884-C8BC-78F0-BCAF05898F4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139444" y="1486784"/>
            <a:ext cx="594000" cy="594000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1" name="Tijdelijke aanduiding voor tekst 15">
            <a:extLst>
              <a:ext uri="{FF2B5EF4-FFF2-40B4-BE49-F238E27FC236}">
                <a16:creationId xmlns:a16="http://schemas.microsoft.com/office/drawing/2014/main" id="{07D77D25-FAD1-2FE6-9665-354491219F7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869431" y="1474168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2" name="Tijdelijke aanduiding voor tekst 15">
            <a:extLst>
              <a:ext uri="{FF2B5EF4-FFF2-40B4-BE49-F238E27FC236}">
                <a16:creationId xmlns:a16="http://schemas.microsoft.com/office/drawing/2014/main" id="{053FF0E9-ED47-DF04-08F1-EBB41975DD6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869431" y="2376372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3" name="Tijdelijke aanduiding voor tekst 15">
            <a:extLst>
              <a:ext uri="{FF2B5EF4-FFF2-40B4-BE49-F238E27FC236}">
                <a16:creationId xmlns:a16="http://schemas.microsoft.com/office/drawing/2014/main" id="{3BFD756B-D28A-B034-6785-342F7A1E4CE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869431" y="3252269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4" name="Tijdelijke aanduiding voor tekst 15">
            <a:extLst>
              <a:ext uri="{FF2B5EF4-FFF2-40B4-BE49-F238E27FC236}">
                <a16:creationId xmlns:a16="http://schemas.microsoft.com/office/drawing/2014/main" id="{C9D05D31-C706-7327-421B-F184C372074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869431" y="4071552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5" name="Tijdelijke aanduiding voor tekst 15">
            <a:extLst>
              <a:ext uri="{FF2B5EF4-FFF2-40B4-BE49-F238E27FC236}">
                <a16:creationId xmlns:a16="http://schemas.microsoft.com/office/drawing/2014/main" id="{55A79377-B21D-58A7-B31E-4A0932619F3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39444" y="2371268"/>
            <a:ext cx="594000" cy="594000"/>
          </a:xfrm>
          <a:prstGeom prst="ellipse">
            <a:avLst/>
          </a:prstGeom>
          <a:solidFill>
            <a:srgbClr val="F78D8D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6" name="Tijdelijke aanduiding voor tekst 15">
            <a:extLst>
              <a:ext uri="{FF2B5EF4-FFF2-40B4-BE49-F238E27FC236}">
                <a16:creationId xmlns:a16="http://schemas.microsoft.com/office/drawing/2014/main" id="{08CD68E5-942A-9208-2897-8638ACE6DF1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39444" y="3252326"/>
            <a:ext cx="594000" cy="594000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7" name="Tijdelijke aanduiding voor tekst 15">
            <a:extLst>
              <a:ext uri="{FF2B5EF4-FFF2-40B4-BE49-F238E27FC236}">
                <a16:creationId xmlns:a16="http://schemas.microsoft.com/office/drawing/2014/main" id="{4B436674-4504-BAE3-AF4B-645CB509D6B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139444" y="4071552"/>
            <a:ext cx="594000" cy="594000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6022003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or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" title="Achtergrondfoto">
            <a:extLst>
              <a:ext uri="{FF2B5EF4-FFF2-40B4-BE49-F238E27FC236}">
                <a16:creationId xmlns:a16="http://schemas.microsoft.com/office/drawing/2014/main" id="{091BF15F-D683-AD9E-94F2-AD77C6CDD42F}"/>
              </a:ext>
            </a:extLst>
          </p:cNvPr>
          <p:cNvSpPr/>
          <p:nvPr userDrawn="1"/>
        </p:nvSpPr>
        <p:spPr>
          <a:xfrm>
            <a:off x="0" y="711200"/>
            <a:ext cx="12205809" cy="6146800"/>
          </a:xfrm>
          <a:prstGeom prst="rect">
            <a:avLst/>
          </a:prstGeom>
          <a:solidFill>
            <a:srgbClr val="EAEE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3371" tIns="86685" rIns="173371" bIns="8668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l-NL" sz="4854">
              <a:solidFill>
                <a:srgbClr val="E4ECCC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7411" y="1115671"/>
            <a:ext cx="8776649" cy="1040790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buFont typeface="+mj-lt"/>
              <a:buNone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11" name="Tijdelijke aanduiding voor tekst 18">
            <a:extLst>
              <a:ext uri="{FF2B5EF4-FFF2-40B4-BE49-F238E27FC236}">
                <a16:creationId xmlns:a16="http://schemas.microsoft.com/office/drawing/2014/main" id="{45B3DCEB-3268-8B06-EEE9-9615C18943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7411" y="5527545"/>
            <a:ext cx="8776649" cy="429567"/>
          </a:xfrm>
        </p:spPr>
        <p:txBody>
          <a:bodyPr lIns="0" tIns="0" rIns="0" bIns="0" anchor="b" anchorCtr="0">
            <a:normAutofit/>
          </a:bodyPr>
          <a:lstStyle>
            <a:lvl1pPr marL="0" indent="0" algn="l">
              <a:buFont typeface="+mj-lt"/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[leerdoel tekst invoeren]</a:t>
            </a:r>
          </a:p>
        </p:txBody>
      </p:sp>
      <p:sp>
        <p:nvSpPr>
          <p:cNvPr id="34" name="Tijdelijke aanduiding voor tekst 18">
            <a:extLst>
              <a:ext uri="{FF2B5EF4-FFF2-40B4-BE49-F238E27FC236}">
                <a16:creationId xmlns:a16="http://schemas.microsoft.com/office/drawing/2014/main" id="{59872A22-B343-021F-5384-9EF24F53706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7410" y="2403451"/>
            <a:ext cx="8776649" cy="1040790"/>
          </a:xfrm>
          <a:solidFill>
            <a:schemeClr val="accent3"/>
          </a:solidFill>
        </p:spPr>
        <p:txBody>
          <a:bodyPr lIns="108000" tIns="108000" rIns="108000" bIns="108000" anchor="t" anchorCtr="0">
            <a:normAutofit/>
          </a:bodyPr>
          <a:lstStyle>
            <a:lvl1pPr marL="0" indent="0" algn="l">
              <a:buFont typeface="+mj-lt"/>
              <a:buNone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[werkschema tekst invoeren]</a:t>
            </a:r>
          </a:p>
        </p:txBody>
      </p:sp>
    </p:spTree>
    <p:extLst>
      <p:ext uri="{BB962C8B-B14F-4D97-AF65-F5344CB8AC3E}">
        <p14:creationId xmlns:p14="http://schemas.microsoft.com/office/powerpoint/2010/main" val="36960996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gave en Uitwer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" title="Achtergrondfoto">
            <a:extLst>
              <a:ext uri="{FF2B5EF4-FFF2-40B4-BE49-F238E27FC236}">
                <a16:creationId xmlns:a16="http://schemas.microsoft.com/office/drawing/2014/main" id="{091BF15F-D683-AD9E-94F2-AD77C6CDD42F}"/>
              </a:ext>
            </a:extLst>
          </p:cNvPr>
          <p:cNvSpPr/>
          <p:nvPr userDrawn="1"/>
        </p:nvSpPr>
        <p:spPr>
          <a:xfrm>
            <a:off x="0" y="711200"/>
            <a:ext cx="12205809" cy="6146800"/>
          </a:xfrm>
          <a:prstGeom prst="rect">
            <a:avLst/>
          </a:prstGeom>
          <a:solidFill>
            <a:srgbClr val="EAEE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3371" tIns="86685" rIns="173371" bIns="8668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l-NL" sz="4854">
              <a:solidFill>
                <a:srgbClr val="E4ECCC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8078" y="1562100"/>
            <a:ext cx="5472112" cy="1866900"/>
          </a:xfrm>
        </p:spPr>
        <p:txBody>
          <a:bodyPr lIns="0" tIns="0" rIns="0" bIns="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5FD07BDE-A83C-B1BC-B3BA-22095999A619}"/>
              </a:ext>
            </a:extLst>
          </p:cNvPr>
          <p:cNvSpPr txBox="1"/>
          <p:nvPr userDrawn="1"/>
        </p:nvSpPr>
        <p:spPr>
          <a:xfrm>
            <a:off x="848078" y="962865"/>
            <a:ext cx="5472112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nl-NL" sz="3200" i="1" dirty="0"/>
              <a:t>Opgave</a:t>
            </a:r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C01CB84D-8DFB-C38E-46CF-FF81127D40D3}"/>
              </a:ext>
            </a:extLst>
          </p:cNvPr>
          <p:cNvSpPr txBox="1"/>
          <p:nvPr userDrawn="1"/>
        </p:nvSpPr>
        <p:spPr>
          <a:xfrm>
            <a:off x="833316" y="3611880"/>
            <a:ext cx="5472112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nl-NL" sz="3200" i="1" dirty="0"/>
              <a:t>Uitwerking</a:t>
            </a:r>
          </a:p>
        </p:txBody>
      </p:sp>
      <p:sp>
        <p:nvSpPr>
          <p:cNvPr id="13" name="Tijdelijke aanduiding voor tekst 18">
            <a:extLst>
              <a:ext uri="{FF2B5EF4-FFF2-40B4-BE49-F238E27FC236}">
                <a16:creationId xmlns:a16="http://schemas.microsoft.com/office/drawing/2014/main" id="{696878DB-B337-9BBF-9B6D-7C08B76544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3316" y="4210050"/>
            <a:ext cx="5472112" cy="1866900"/>
          </a:xfrm>
        </p:spPr>
        <p:txBody>
          <a:bodyPr lIns="0" tIns="0" rIns="0" bIns="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14" name="Tijdelijke aanduiding voor tekst 18">
            <a:extLst>
              <a:ext uri="{FF2B5EF4-FFF2-40B4-BE49-F238E27FC236}">
                <a16:creationId xmlns:a16="http://schemas.microsoft.com/office/drawing/2014/main" id="{264677C9-A016-4752-070C-524A0702E4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98919" y="4210050"/>
            <a:ext cx="5068081" cy="1866899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buFont typeface="+mj-lt"/>
              <a:buNone/>
              <a:defRPr sz="320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</p:spTree>
    <p:extLst>
      <p:ext uri="{BB962C8B-B14F-4D97-AF65-F5344CB8AC3E}">
        <p14:creationId xmlns:p14="http://schemas.microsoft.com/office/powerpoint/2010/main" val="14469409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pgave HandOpste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Tijdelijke aanduiding voor tekst 18">
            <a:extLst>
              <a:ext uri="{FF2B5EF4-FFF2-40B4-BE49-F238E27FC236}">
                <a16:creationId xmlns:a16="http://schemas.microsoft.com/office/drawing/2014/main" id="{852E2676-75C4-EE6D-0F04-3FFEFA2095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078" y="1112400"/>
            <a:ext cx="5472112" cy="739260"/>
          </a:xfrm>
        </p:spPr>
        <p:txBody>
          <a:bodyPr lIns="0" tIns="0" rIns="0" bIns="0">
            <a:normAutofit/>
          </a:bodyPr>
          <a:lstStyle>
            <a:lvl1pPr marL="0" indent="0">
              <a:buFont typeface="+mj-lt"/>
              <a:buNone/>
              <a:defRPr sz="32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[vul titel in bij deze opgave]</a:t>
            </a:r>
          </a:p>
        </p:txBody>
      </p:sp>
      <p:sp>
        <p:nvSpPr>
          <p:cNvPr id="12" name="Tijdelijke aanduiding voor tekst 18">
            <a:extLst>
              <a:ext uri="{FF2B5EF4-FFF2-40B4-BE49-F238E27FC236}">
                <a16:creationId xmlns:a16="http://schemas.microsoft.com/office/drawing/2014/main" id="{9AC02CA0-9A46-8492-62E6-BC50BF022B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8078" y="1851660"/>
            <a:ext cx="5472112" cy="4186752"/>
          </a:xfrm>
        </p:spPr>
        <p:txBody>
          <a:bodyPr lIns="0" tIns="0" rIns="0" bIns="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grpSp>
        <p:nvGrpSpPr>
          <p:cNvPr id="9" name="Groep 8">
            <a:extLst>
              <a:ext uri="{FF2B5EF4-FFF2-40B4-BE49-F238E27FC236}">
                <a16:creationId xmlns:a16="http://schemas.microsoft.com/office/drawing/2014/main" id="{5025F2B3-381A-45EF-0065-48FC964A7B5A}"/>
              </a:ext>
            </a:extLst>
          </p:cNvPr>
          <p:cNvGrpSpPr/>
          <p:nvPr userDrawn="1"/>
        </p:nvGrpSpPr>
        <p:grpSpPr>
          <a:xfrm>
            <a:off x="10388600" y="1111249"/>
            <a:ext cx="1278401" cy="1280999"/>
            <a:chOff x="10388600" y="1111249"/>
            <a:chExt cx="1278401" cy="1280999"/>
          </a:xfrm>
        </p:grpSpPr>
        <p:sp>
          <p:nvSpPr>
            <p:cNvPr id="11" name="Rechthoek: afgeronde hoeken 10">
              <a:extLst>
                <a:ext uri="{FF2B5EF4-FFF2-40B4-BE49-F238E27FC236}">
                  <a16:creationId xmlns:a16="http://schemas.microsoft.com/office/drawing/2014/main" id="{4BA2DD07-CD12-FCE6-E4AF-3CD73A4CCD3A}"/>
                </a:ext>
              </a:extLst>
            </p:cNvPr>
            <p:cNvSpPr/>
            <p:nvPr userDrawn="1"/>
          </p:nvSpPr>
          <p:spPr>
            <a:xfrm>
              <a:off x="10388600" y="1111249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13" name="Afbeelding 12" descr="Afbeelding met silhouet, hand&#10;&#10;Door AI gegenereerde inhoud is mogelijk onjuist.">
              <a:extLst>
                <a:ext uri="{FF2B5EF4-FFF2-40B4-BE49-F238E27FC236}">
                  <a16:creationId xmlns:a16="http://schemas.microsoft.com/office/drawing/2014/main" id="{80786F5B-BB27-4734-58E0-5148780B6F6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0604501" y="1237069"/>
              <a:ext cx="751814" cy="11393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04164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pgave Schrijv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Tijdelijke aanduiding voor tekst 18">
            <a:extLst>
              <a:ext uri="{FF2B5EF4-FFF2-40B4-BE49-F238E27FC236}">
                <a16:creationId xmlns:a16="http://schemas.microsoft.com/office/drawing/2014/main" id="{852E2676-75C4-EE6D-0F04-3FFEFA2095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078" y="1112400"/>
            <a:ext cx="5472112" cy="739260"/>
          </a:xfrm>
        </p:spPr>
        <p:txBody>
          <a:bodyPr lIns="0" tIns="0" rIns="0" bIns="0">
            <a:normAutofit/>
          </a:bodyPr>
          <a:lstStyle>
            <a:lvl1pPr marL="0" indent="0">
              <a:buFont typeface="+mj-lt"/>
              <a:buNone/>
              <a:defRPr sz="32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[vul titel in bij deze opgave]</a:t>
            </a:r>
          </a:p>
        </p:txBody>
      </p:sp>
      <p:sp>
        <p:nvSpPr>
          <p:cNvPr id="12" name="Tijdelijke aanduiding voor tekst 18">
            <a:extLst>
              <a:ext uri="{FF2B5EF4-FFF2-40B4-BE49-F238E27FC236}">
                <a16:creationId xmlns:a16="http://schemas.microsoft.com/office/drawing/2014/main" id="{9AC02CA0-9A46-8492-62E6-BC50BF022B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8078" y="1851660"/>
            <a:ext cx="5472112" cy="4186752"/>
          </a:xfrm>
        </p:spPr>
        <p:txBody>
          <a:bodyPr lIns="0" tIns="0" rIns="0" bIns="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grpSp>
        <p:nvGrpSpPr>
          <p:cNvPr id="15" name="Groep 14">
            <a:extLst>
              <a:ext uri="{FF2B5EF4-FFF2-40B4-BE49-F238E27FC236}">
                <a16:creationId xmlns:a16="http://schemas.microsoft.com/office/drawing/2014/main" id="{043F61CB-333A-3571-99A1-B27BCBB53917}"/>
              </a:ext>
            </a:extLst>
          </p:cNvPr>
          <p:cNvGrpSpPr/>
          <p:nvPr userDrawn="1"/>
        </p:nvGrpSpPr>
        <p:grpSpPr>
          <a:xfrm>
            <a:off x="10388600" y="1111250"/>
            <a:ext cx="1278401" cy="1280999"/>
            <a:chOff x="9110199" y="1111250"/>
            <a:chExt cx="1278401" cy="1280999"/>
          </a:xfrm>
        </p:grpSpPr>
        <p:sp>
          <p:nvSpPr>
            <p:cNvPr id="16" name="Rechthoek: afgeronde hoeken 15">
              <a:extLst>
                <a:ext uri="{FF2B5EF4-FFF2-40B4-BE49-F238E27FC236}">
                  <a16:creationId xmlns:a16="http://schemas.microsoft.com/office/drawing/2014/main" id="{34CAAA08-DCD2-6F7B-EEDE-0E6E650C1445}"/>
                </a:ext>
              </a:extLst>
            </p:cNvPr>
            <p:cNvSpPr/>
            <p:nvPr userDrawn="1"/>
          </p:nvSpPr>
          <p:spPr>
            <a:xfrm>
              <a:off x="9110199" y="1111250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17" name="Afbeelding 16">
              <a:extLst>
                <a:ext uri="{FF2B5EF4-FFF2-40B4-BE49-F238E27FC236}">
                  <a16:creationId xmlns:a16="http://schemas.microsoft.com/office/drawing/2014/main" id="{DEEDB194-D935-CF8E-F400-8170A6B1A58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rcRect/>
            <a:stretch/>
          </p:blipFill>
          <p:spPr>
            <a:xfrm>
              <a:off x="9267455" y="1265645"/>
              <a:ext cx="972897" cy="9387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41148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pgave Tweekolo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Tijdelijke aanduiding voor tekst 18">
            <a:extLst>
              <a:ext uri="{FF2B5EF4-FFF2-40B4-BE49-F238E27FC236}">
                <a16:creationId xmlns:a16="http://schemas.microsoft.com/office/drawing/2014/main" id="{852E2676-75C4-EE6D-0F04-3FFEFA2095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078" y="1112400"/>
            <a:ext cx="5472112" cy="739260"/>
          </a:xfrm>
        </p:spPr>
        <p:txBody>
          <a:bodyPr lIns="0" tIns="0" rIns="0" bIns="0">
            <a:normAutofit/>
          </a:bodyPr>
          <a:lstStyle>
            <a:lvl1pPr marL="0" indent="0">
              <a:buFont typeface="+mj-lt"/>
              <a:buNone/>
              <a:defRPr sz="32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[vul titel in bij deze opgave]</a:t>
            </a:r>
          </a:p>
        </p:txBody>
      </p:sp>
      <p:sp>
        <p:nvSpPr>
          <p:cNvPr id="12" name="Tijdelijke aanduiding voor tekst 18">
            <a:extLst>
              <a:ext uri="{FF2B5EF4-FFF2-40B4-BE49-F238E27FC236}">
                <a16:creationId xmlns:a16="http://schemas.microsoft.com/office/drawing/2014/main" id="{9AC02CA0-9A46-8492-62E6-BC50BF022B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8077" y="1851660"/>
            <a:ext cx="10818923" cy="3893940"/>
          </a:xfrm>
        </p:spPr>
        <p:txBody>
          <a:bodyPr lIns="0" tIns="0" rIns="0" bIns="0" numCol="2" spcCol="36000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 – met 2 </a:t>
            </a:r>
            <a:r>
              <a:rPr lang="nl-NL" dirty="0" err="1"/>
              <a:t>koloms</a:t>
            </a:r>
            <a:r>
              <a:rPr lang="nl-NL" dirty="0"/>
              <a:t> opbouw]</a:t>
            </a:r>
          </a:p>
        </p:txBody>
      </p:sp>
      <p:sp>
        <p:nvSpPr>
          <p:cNvPr id="5" name="Tekstvak 1">
            <a:extLst>
              <a:ext uri="{FF2B5EF4-FFF2-40B4-BE49-F238E27FC236}">
                <a16:creationId xmlns:a16="http://schemas.microsoft.com/office/drawing/2014/main" id="{5F6628EA-A04F-6499-B953-F77F61F1727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640081" y="5745600"/>
            <a:ext cx="2019300" cy="1037857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r>
              <a:rPr lang="nl-NL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	punten A</a:t>
            </a:r>
          </a:p>
          <a:p>
            <a:r>
              <a:rPr lang="nl-NL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	punten B</a:t>
            </a:r>
          </a:p>
          <a:p>
            <a:r>
              <a:rPr lang="nl-NL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	punten C</a:t>
            </a:r>
          </a:p>
        </p:txBody>
      </p:sp>
      <p:sp>
        <p:nvSpPr>
          <p:cNvPr id="7" name="Tijdelijke aanduiding voor tekst 18">
            <a:extLst>
              <a:ext uri="{FF2B5EF4-FFF2-40B4-BE49-F238E27FC236}">
                <a16:creationId xmlns:a16="http://schemas.microsoft.com/office/drawing/2014/main" id="{165A8E01-8781-AE3A-DE4D-B806D56A6F6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750571" y="5798941"/>
            <a:ext cx="810749" cy="896766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</a:t>
            </a:r>
            <a:r>
              <a:rPr lang="nl-NL" dirty="0" err="1"/>
              <a:t>pnt</a:t>
            </a:r>
            <a:r>
              <a:rPr lang="nl-NL" dirty="0"/>
              <a:t>]</a:t>
            </a:r>
          </a:p>
        </p:txBody>
      </p:sp>
      <p:sp>
        <p:nvSpPr>
          <p:cNvPr id="8" name="Tijdelijke aanduiding voor tekst 18">
            <a:extLst>
              <a:ext uri="{FF2B5EF4-FFF2-40B4-BE49-F238E27FC236}">
                <a16:creationId xmlns:a16="http://schemas.microsoft.com/office/drawing/2014/main" id="{52242269-F3F2-676B-5CB0-71C8361E22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-441960" y="5326621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9" name="Tijdelijke aanduiding voor tekst 18">
            <a:extLst>
              <a:ext uri="{FF2B5EF4-FFF2-40B4-BE49-F238E27FC236}">
                <a16:creationId xmlns:a16="http://schemas.microsoft.com/office/drawing/2014/main" id="{6569C752-D2BD-3D72-642E-AC30107F391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-441960" y="4907634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11" name="Tijdelijke aanduiding voor tekst 18">
            <a:extLst>
              <a:ext uri="{FF2B5EF4-FFF2-40B4-BE49-F238E27FC236}">
                <a16:creationId xmlns:a16="http://schemas.microsoft.com/office/drawing/2014/main" id="{10C7F5CE-9E80-288F-7BB3-7B74ED249F6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-441960" y="4475550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13" name="Tijdelijke aanduiding voor tekst 18">
            <a:extLst>
              <a:ext uri="{FF2B5EF4-FFF2-40B4-BE49-F238E27FC236}">
                <a16:creationId xmlns:a16="http://schemas.microsoft.com/office/drawing/2014/main" id="{DDC715ED-1F87-9A6D-F762-12271E7DBDC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-441960" y="4056563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14" name="Tijdelijke aanduiding voor tekst 18">
            <a:extLst>
              <a:ext uri="{FF2B5EF4-FFF2-40B4-BE49-F238E27FC236}">
                <a16:creationId xmlns:a16="http://schemas.microsoft.com/office/drawing/2014/main" id="{AEAD0B33-EC32-AF6A-807C-2901F666179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-441960" y="3616979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18" name="Tijdelijke aanduiding voor tekst 18">
            <a:extLst>
              <a:ext uri="{FF2B5EF4-FFF2-40B4-BE49-F238E27FC236}">
                <a16:creationId xmlns:a16="http://schemas.microsoft.com/office/drawing/2014/main" id="{89CC5799-2342-7B26-C3BD-D7FEA85C19D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-441960" y="3197992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E15A2DD7-A298-1287-7E51-4E3B982D79D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-441960" y="2765908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0" name="Tijdelijke aanduiding voor tekst 18">
            <a:extLst>
              <a:ext uri="{FF2B5EF4-FFF2-40B4-BE49-F238E27FC236}">
                <a16:creationId xmlns:a16="http://schemas.microsoft.com/office/drawing/2014/main" id="{6F485A27-112E-BA1E-870C-8A1CACB1D6E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-441960" y="2346921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1" name="Tijdelijke aanduiding voor tekst 18">
            <a:extLst>
              <a:ext uri="{FF2B5EF4-FFF2-40B4-BE49-F238E27FC236}">
                <a16:creationId xmlns:a16="http://schemas.microsoft.com/office/drawing/2014/main" id="{AB96F177-E1DF-12AE-038A-99D36513F43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2205809" y="5326621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2" name="Tijdelijke aanduiding voor tekst 18">
            <a:extLst>
              <a:ext uri="{FF2B5EF4-FFF2-40B4-BE49-F238E27FC236}">
                <a16:creationId xmlns:a16="http://schemas.microsoft.com/office/drawing/2014/main" id="{45FDC9E9-72CE-E97B-71EE-CB832D5F156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2205809" y="4907634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3" name="Tijdelijke aanduiding voor tekst 18">
            <a:extLst>
              <a:ext uri="{FF2B5EF4-FFF2-40B4-BE49-F238E27FC236}">
                <a16:creationId xmlns:a16="http://schemas.microsoft.com/office/drawing/2014/main" id="{B9068F69-47F9-F087-0E4B-02DD9FDD684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205809" y="4475550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4" name="Tijdelijke aanduiding voor tekst 18">
            <a:extLst>
              <a:ext uri="{FF2B5EF4-FFF2-40B4-BE49-F238E27FC236}">
                <a16:creationId xmlns:a16="http://schemas.microsoft.com/office/drawing/2014/main" id="{26DE6E8D-69E2-E775-5FFF-8AEC165B38C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205809" y="4056563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5" name="Tijdelijke aanduiding voor tekst 18">
            <a:extLst>
              <a:ext uri="{FF2B5EF4-FFF2-40B4-BE49-F238E27FC236}">
                <a16:creationId xmlns:a16="http://schemas.microsoft.com/office/drawing/2014/main" id="{26AE2038-6688-9814-68EC-EC52A8D88C7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205809" y="3616979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6" name="Tijdelijke aanduiding voor tekst 18">
            <a:extLst>
              <a:ext uri="{FF2B5EF4-FFF2-40B4-BE49-F238E27FC236}">
                <a16:creationId xmlns:a16="http://schemas.microsoft.com/office/drawing/2014/main" id="{D0C8D823-4719-9551-FCE0-DE70A191BE6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205809" y="3197992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7" name="Tijdelijke aanduiding voor tekst 18">
            <a:extLst>
              <a:ext uri="{FF2B5EF4-FFF2-40B4-BE49-F238E27FC236}">
                <a16:creationId xmlns:a16="http://schemas.microsoft.com/office/drawing/2014/main" id="{AE6D56D2-BC66-8431-F5DA-ED3270A987D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205809" y="2765908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8" name="Tijdelijke aanduiding voor tekst 18">
            <a:extLst>
              <a:ext uri="{FF2B5EF4-FFF2-40B4-BE49-F238E27FC236}">
                <a16:creationId xmlns:a16="http://schemas.microsoft.com/office/drawing/2014/main" id="{9BCE78C4-6A84-D342-1F37-FE51D6FC403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205809" y="2346921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</p:spTree>
    <p:extLst>
      <p:ext uri="{BB962C8B-B14F-4D97-AF65-F5344CB8AC3E}">
        <p14:creationId xmlns:p14="http://schemas.microsoft.com/office/powerpoint/2010/main" val="31633508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" title="Achtergrondfoto">
            <a:extLst>
              <a:ext uri="{FF2B5EF4-FFF2-40B4-BE49-F238E27FC236}">
                <a16:creationId xmlns:a16="http://schemas.microsoft.com/office/drawing/2014/main" id="{091BF15F-D683-AD9E-94F2-AD77C6CDD42F}"/>
              </a:ext>
            </a:extLst>
          </p:cNvPr>
          <p:cNvSpPr/>
          <p:nvPr userDrawn="1"/>
        </p:nvSpPr>
        <p:spPr>
          <a:xfrm>
            <a:off x="0" y="711200"/>
            <a:ext cx="12205809" cy="6146800"/>
          </a:xfrm>
          <a:prstGeom prst="rect">
            <a:avLst/>
          </a:prstGeom>
          <a:solidFill>
            <a:srgbClr val="EAEE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3371" tIns="86685" rIns="173371" bIns="8668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l-NL" sz="4854">
              <a:solidFill>
                <a:srgbClr val="E4ECCC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6F6D335E-D9A0-8D90-8B6B-0FA3A08435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713" y="131577"/>
            <a:ext cx="8110049" cy="50044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00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nl-NL" dirty="0"/>
              <a:t>Titel van de dia</a:t>
            </a:r>
          </a:p>
        </p:txBody>
      </p:sp>
      <p:sp>
        <p:nvSpPr>
          <p:cNvPr id="20" name="Tijdelijke aanduiding voor tekst 19">
            <a:extLst>
              <a:ext uri="{FF2B5EF4-FFF2-40B4-BE49-F238E27FC236}">
                <a16:creationId xmlns:a16="http://schemas.microsoft.com/office/drawing/2014/main" id="{BCF02A89-1F5C-B804-6BEB-39D5EE41B3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6713" y="1111250"/>
            <a:ext cx="11299825" cy="521694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84812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F0E13DA8-D9EE-7F4F-4C8E-58BB95BA5C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nl-NL" dirty="0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C1E2276-E309-CF3B-F619-EB90AF84FC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6" name="Tijdelijke aanduiding voor voettekst 4">
            <a:extLst>
              <a:ext uri="{FF2B5EF4-FFF2-40B4-BE49-F238E27FC236}">
                <a16:creationId xmlns:a16="http://schemas.microsoft.com/office/drawing/2014/main" id="{98D1AD79-D5D6-1B5A-294A-C5C2B5922B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4991" y="6492867"/>
            <a:ext cx="1765297" cy="365125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82000"/>
                  </a:schemeClr>
                </a:solidFill>
                <a:latin typeface="+mj-lt"/>
              </a:defRPr>
            </a:lvl1pPr>
          </a:lstStyle>
          <a:p>
            <a:r>
              <a:rPr lang="nl-NL" dirty="0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1" r:id="rId11"/>
    <p:sldLayoutId id="2147483660" r:id="rId12"/>
    <p:sldLayoutId id="2147483662" r:id="rId13"/>
    <p:sldLayoutId id="2147483650" r:id="rId14"/>
  </p:sldLayoutIdLst>
  <p:hf sldNum="0" hdr="0" dt="0"/>
  <p:txStyles>
    <p:titleStyle>
      <a:lvl1pPr marL="0" marR="0" lvl="0" indent="0" algn="l" defTabSz="914400" rtl="0" eaLnBrk="1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nl-NL" sz="4400" b="0" i="0" u="none" strike="noStrike" kern="1200" cap="none" spc="0" baseline="0">
          <a:solidFill>
            <a:srgbClr val="000000"/>
          </a:solidFill>
          <a:uFillTx/>
          <a:latin typeface="+mj-lt"/>
        </a:defRPr>
      </a:lvl1pPr>
    </p:titleStyle>
    <p:bodyStyle>
      <a:lvl1pPr marL="228600" marR="0" lvl="0" indent="-228600" algn="l" defTabSz="914400" rtl="0" eaLnBrk="1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nl-NL" sz="2800" b="0" i="0" u="none" strike="noStrike" kern="1200" cap="none" spc="0" baseline="0">
          <a:solidFill>
            <a:srgbClr val="000000"/>
          </a:solidFill>
          <a:uFillTx/>
          <a:latin typeface="+mn-lt"/>
        </a:defRPr>
      </a:lvl1pPr>
      <a:lvl2pPr marL="685800" marR="0" lvl="1" indent="-228600" algn="l" defTabSz="914400" rtl="0" eaLnBrk="1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nl-NL" sz="2400" b="0" i="0" u="none" strike="noStrike" kern="1200" cap="none" spc="0" baseline="0">
          <a:solidFill>
            <a:srgbClr val="000000"/>
          </a:solidFill>
          <a:uFillTx/>
          <a:latin typeface="+mn-lt"/>
        </a:defRPr>
      </a:lvl2pPr>
      <a:lvl3pPr marL="1143000" marR="0" lvl="2" indent="-228600" algn="l" defTabSz="914400" rtl="0" eaLnBrk="1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nl-NL" sz="2000" b="0" i="0" u="none" strike="noStrike" kern="1200" cap="none" spc="0" baseline="0">
          <a:solidFill>
            <a:srgbClr val="000000"/>
          </a:solidFill>
          <a:uFillTx/>
          <a:latin typeface="+mn-lt"/>
        </a:defRPr>
      </a:lvl3pPr>
      <a:lvl4pPr marL="1600200" marR="0" lvl="3" indent="-228600" algn="l" defTabSz="914400" rtl="0" eaLnBrk="1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nl-NL" sz="1800" b="0" i="0" u="none" strike="noStrike" kern="1200" cap="none" spc="0" baseline="0">
          <a:solidFill>
            <a:srgbClr val="000000"/>
          </a:solidFill>
          <a:uFillTx/>
          <a:latin typeface="+mn-lt"/>
        </a:defRPr>
      </a:lvl4pPr>
      <a:lvl5pPr marL="2057400" marR="0" lvl="4" indent="-228600" algn="l" defTabSz="914400" rtl="0" eaLnBrk="1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nl-NL" sz="1800" b="0" i="0" u="none" strike="noStrike" kern="1200" cap="none" spc="0" baseline="0">
          <a:solidFill>
            <a:srgbClr val="000000"/>
          </a:solidFill>
          <a:uFillTx/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Tijdelijke aanduiding voor afbeelding 12">
            <a:extLst>
              <a:ext uri="{FF2B5EF4-FFF2-40B4-BE49-F238E27FC236}">
                <a16:creationId xmlns:a16="http://schemas.microsoft.com/office/drawing/2014/main" id="{C79E0A32-C53F-315D-B72C-9D3A9F650A9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type="pic" sz="quarter" idx="10"/>
          </p:nvPr>
        </p:nvPicPr>
        <p:blipFill>
          <a:blip r:embed="rId2"/>
          <a:srcRect l="8" r="8"/>
          <a:stretch/>
        </p:blipFill>
        <p:spPr/>
      </p:pic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DC845286-BA3B-9F08-53C3-9F216A45C07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nl-NL" dirty="0"/>
              <a:t>1 VMBO-KGT</a:t>
            </a:r>
          </a:p>
        </p:txBody>
      </p:sp>
      <p:sp>
        <p:nvSpPr>
          <p:cNvPr id="14" name="Tijdelijke aanduiding voor tekst 13">
            <a:extLst>
              <a:ext uri="{FF2B5EF4-FFF2-40B4-BE49-F238E27FC236}">
                <a16:creationId xmlns:a16="http://schemas.microsoft.com/office/drawing/2014/main" id="{53AB4CD0-6347-A4B6-94E6-7B9B92EC6D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NL" dirty="0"/>
              <a:t>Leerboek Deel 1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70854E2C-FB65-0125-1C8E-3891DB29DA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nl-NL" dirty="0"/>
              <a:t>1.3 Balk en rechthoek</a:t>
            </a:r>
          </a:p>
        </p:txBody>
      </p:sp>
      <p:sp>
        <p:nvSpPr>
          <p:cNvPr id="16" name="Tijdelijke aanduiding voor tekst 15">
            <a:extLst>
              <a:ext uri="{FF2B5EF4-FFF2-40B4-BE49-F238E27FC236}">
                <a16:creationId xmlns:a16="http://schemas.microsoft.com/office/drawing/2014/main" id="{71C605C0-2905-85C6-776C-B1999A444D8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nl-NL" b="1" dirty="0"/>
              <a:t>Theorie G Rechthoek</a:t>
            </a:r>
          </a:p>
        </p:txBody>
      </p:sp>
      <p:sp>
        <p:nvSpPr>
          <p:cNvPr id="17" name="Tijdelijke aanduiding voor voettekst 16">
            <a:extLst>
              <a:ext uri="{FF2B5EF4-FFF2-40B4-BE49-F238E27FC236}">
                <a16:creationId xmlns:a16="http://schemas.microsoft.com/office/drawing/2014/main" id="{9AC6FF91-F778-1CEC-583E-39C697481D7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7407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4D481EB9-F2DC-AC2E-19C9-893951B64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991" y="6492867"/>
            <a:ext cx="1765297" cy="365125"/>
          </a:xfrm>
        </p:spPr>
        <p:txBody>
          <a:bodyPr/>
          <a:lstStyle/>
          <a:p>
            <a:r>
              <a:rPr lang="nl-NL"/>
              <a:t>© Noordhoff Uitgevers bv</a:t>
            </a:r>
            <a:endParaRPr lang="en-GB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8E22B487-9D4D-E6C3-B18D-21EE86F6649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4991" y="1111251"/>
            <a:ext cx="5995349" cy="956918"/>
          </a:xfrm>
        </p:spPr>
        <p:txBody>
          <a:bodyPr/>
          <a:lstStyle/>
          <a:p>
            <a:r>
              <a:rPr lang="nl-NL" dirty="0"/>
              <a:t>Zijn alle zijden even lang?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33F8D4CA-EBA5-E37E-8793-0A578EB0F4D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rot="5400000">
            <a:off x="848274" y="2249351"/>
            <a:ext cx="866752" cy="1765297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78DB273C-6508-7C85-AAE4-A444C4C45C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4991" y="1950516"/>
            <a:ext cx="594000" cy="594000"/>
          </a:xfrm>
        </p:spPr>
        <p:txBody>
          <a:bodyPr>
            <a:normAutofit lnSpcReduction="10000"/>
          </a:bodyPr>
          <a:lstStyle/>
          <a:p>
            <a:r>
              <a:rPr lang="nl-NL" dirty="0"/>
              <a:t>A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1EECDC37-FE89-1D2C-D8FA-CB47D49129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357338" y="1937900"/>
            <a:ext cx="594000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ja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CEE214AF-A173-CB52-78EC-A6D1AB23092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357338" y="2840104"/>
            <a:ext cx="942950" cy="594000"/>
          </a:xfrm>
        </p:spPr>
        <p:txBody>
          <a:bodyPr>
            <a:normAutofit/>
          </a:bodyPr>
          <a:lstStyle/>
          <a:p>
            <a:pPr algn="l"/>
            <a:r>
              <a:rPr lang="nl-NL" dirty="0">
                <a:latin typeface="+mn-lt"/>
              </a:rPr>
              <a:t>nee</a:t>
            </a:r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8175693D-CD9F-9464-9208-2EDE8C5A16B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4991" y="2835000"/>
            <a:ext cx="594000" cy="594000"/>
          </a:xfrm>
        </p:spPr>
        <p:txBody>
          <a:bodyPr>
            <a:normAutofit lnSpcReduction="10000"/>
          </a:bodyPr>
          <a:lstStyle/>
          <a:p>
            <a:r>
              <a:rPr lang="nl-NL" dirty="0"/>
              <a:t>B</a:t>
            </a:r>
          </a:p>
        </p:txBody>
      </p:sp>
      <p:pic>
        <p:nvPicPr>
          <p:cNvPr id="9" name="Afbeelding 8" descr="Afbeelding met Rechthoek, plein, lijn, Parallel&#10;&#10;Automatisch gegenereerde beschrijving">
            <a:extLst>
              <a:ext uri="{FF2B5EF4-FFF2-40B4-BE49-F238E27FC236}">
                <a16:creationId xmlns:a16="http://schemas.microsoft.com/office/drawing/2014/main" id="{3761BAC0-1287-61FA-E850-826925F117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8884" y="1111251"/>
            <a:ext cx="2598852" cy="4544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348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4D481EB9-F2DC-AC2E-19C9-893951B64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991" y="6492867"/>
            <a:ext cx="1765297" cy="365125"/>
          </a:xfrm>
        </p:spPr>
        <p:txBody>
          <a:bodyPr/>
          <a:lstStyle/>
          <a:p>
            <a:r>
              <a:rPr lang="nl-NL"/>
              <a:t>© Noordhoff Uitgevers bv</a:t>
            </a:r>
            <a:endParaRPr lang="en-GB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8E22B487-9D4D-E6C3-B18D-21EE86F6649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4991" y="1111251"/>
            <a:ext cx="5995349" cy="956918"/>
          </a:xfrm>
        </p:spPr>
        <p:txBody>
          <a:bodyPr/>
          <a:lstStyle/>
          <a:p>
            <a:r>
              <a:rPr lang="nl-NL" dirty="0"/>
              <a:t>Zijn alle hoeken even groot? 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33F8D4CA-EBA5-E37E-8793-0A578EB0F4D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rot="5400000">
            <a:off x="684838" y="1537170"/>
            <a:ext cx="866752" cy="1438423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78DB273C-6508-7C85-AAE4-A444C4C45C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4991" y="1950516"/>
            <a:ext cx="594000" cy="594000"/>
          </a:xfrm>
        </p:spPr>
        <p:txBody>
          <a:bodyPr>
            <a:normAutofit lnSpcReduction="10000"/>
          </a:bodyPr>
          <a:lstStyle/>
          <a:p>
            <a:r>
              <a:rPr lang="nl-NL" dirty="0"/>
              <a:t>A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1EECDC37-FE89-1D2C-D8FA-CB47D49129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357338" y="1937900"/>
            <a:ext cx="594000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ja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CEE214AF-A173-CB52-78EC-A6D1AB23092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357337" y="2840104"/>
            <a:ext cx="1154953" cy="594000"/>
          </a:xfrm>
        </p:spPr>
        <p:txBody>
          <a:bodyPr>
            <a:normAutofit/>
          </a:bodyPr>
          <a:lstStyle/>
          <a:p>
            <a:pPr algn="l"/>
            <a:r>
              <a:rPr lang="nl-NL" dirty="0">
                <a:latin typeface="+mn-lt"/>
              </a:rPr>
              <a:t>nee</a:t>
            </a:r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8175693D-CD9F-9464-9208-2EDE8C5A16B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4991" y="2835000"/>
            <a:ext cx="594000" cy="594000"/>
          </a:xfrm>
        </p:spPr>
        <p:txBody>
          <a:bodyPr>
            <a:normAutofit lnSpcReduction="10000"/>
          </a:bodyPr>
          <a:lstStyle/>
          <a:p>
            <a:r>
              <a:rPr lang="nl-NL" dirty="0"/>
              <a:t>B</a:t>
            </a:r>
          </a:p>
        </p:txBody>
      </p:sp>
      <p:pic>
        <p:nvPicPr>
          <p:cNvPr id="9" name="Afbeelding 8" descr="Afbeelding met Rechthoek, plein, lijn, Parallel&#10;&#10;Automatisch gegenereerde beschrijving">
            <a:extLst>
              <a:ext uri="{FF2B5EF4-FFF2-40B4-BE49-F238E27FC236}">
                <a16:creationId xmlns:a16="http://schemas.microsoft.com/office/drawing/2014/main" id="{3761BAC0-1287-61FA-E850-826925F117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8884" y="1111251"/>
            <a:ext cx="2598852" cy="4544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141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4D481EB9-F2DC-AC2E-19C9-893951B64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991" y="6492867"/>
            <a:ext cx="1765297" cy="365125"/>
          </a:xfrm>
        </p:spPr>
        <p:txBody>
          <a:bodyPr/>
          <a:lstStyle/>
          <a:p>
            <a:r>
              <a:rPr lang="nl-NL"/>
              <a:t>© Noordhoff Uitgevers bv</a:t>
            </a:r>
            <a:endParaRPr lang="en-GB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8E22B487-9D4D-E6C3-B18D-21EE86F6649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4991" y="1111250"/>
            <a:ext cx="5995349" cy="743429"/>
          </a:xfrm>
        </p:spPr>
        <p:txBody>
          <a:bodyPr/>
          <a:lstStyle/>
          <a:p>
            <a:r>
              <a:rPr lang="nl-NL" dirty="0"/>
              <a:t>Welke figuren zijn rechthoeken? 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33F8D4CA-EBA5-E37E-8793-0A578EB0F4D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rot="5400000">
            <a:off x="1921118" y="1792555"/>
            <a:ext cx="1023063" cy="4278699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78DB273C-6508-7C85-AAE4-A444C4C45C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4991" y="1867295"/>
            <a:ext cx="594000" cy="594000"/>
          </a:xfrm>
        </p:spPr>
        <p:txBody>
          <a:bodyPr>
            <a:normAutofit lnSpcReduction="10000"/>
          </a:bodyPr>
          <a:lstStyle/>
          <a:p>
            <a:r>
              <a:rPr lang="nl-NL" dirty="0"/>
              <a:t>A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1EECDC37-FE89-1D2C-D8FA-CB47D49129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64977" y="1854679"/>
            <a:ext cx="3194879" cy="594000"/>
          </a:xfrm>
        </p:spPr>
        <p:txBody>
          <a:bodyPr>
            <a:normAutofit/>
          </a:bodyPr>
          <a:lstStyle/>
          <a:p>
            <a:pPr algn="l"/>
            <a:r>
              <a:rPr lang="fr-FR" dirty="0" err="1">
                <a:latin typeface="+mn-lt"/>
              </a:rPr>
              <a:t>figuur</a:t>
            </a:r>
            <a:r>
              <a:rPr lang="fr-FR" dirty="0">
                <a:latin typeface="+mn-lt"/>
              </a:rPr>
              <a:t> a en </a:t>
            </a:r>
            <a:r>
              <a:rPr lang="fr-FR" dirty="0" err="1">
                <a:latin typeface="+mn-lt"/>
              </a:rPr>
              <a:t>figuur</a:t>
            </a:r>
            <a:r>
              <a:rPr lang="fr-FR" dirty="0">
                <a:latin typeface="+mn-lt"/>
              </a:rPr>
              <a:t> b</a:t>
            </a:r>
            <a:endParaRPr lang="nl-NL" dirty="0">
              <a:latin typeface="+mn-lt"/>
            </a:endParaRP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CEE214AF-A173-CB52-78EC-A6D1AB23092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264977" y="2756883"/>
            <a:ext cx="3194879" cy="594000"/>
          </a:xfrm>
        </p:spPr>
        <p:txBody>
          <a:bodyPr>
            <a:normAutofit/>
          </a:bodyPr>
          <a:lstStyle/>
          <a:p>
            <a:pPr algn="l"/>
            <a:r>
              <a:rPr lang="nl-NL" dirty="0">
                <a:latin typeface="+mn-lt"/>
              </a:rPr>
              <a:t>figuur b en figuur d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5CFD7077-4C91-8EE4-B967-CE3A9854B83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264978" y="3632780"/>
            <a:ext cx="3194878" cy="594000"/>
          </a:xfrm>
        </p:spPr>
        <p:txBody>
          <a:bodyPr>
            <a:normAutofit/>
          </a:bodyPr>
          <a:lstStyle/>
          <a:p>
            <a:pPr algn="l"/>
            <a:r>
              <a:rPr lang="nl-NL" dirty="0">
                <a:latin typeface="+mn-lt"/>
              </a:rPr>
              <a:t>figuur a en figuur c</a:t>
            </a:r>
          </a:p>
        </p:txBody>
      </p:sp>
      <p:sp>
        <p:nvSpPr>
          <p:cNvPr id="16" name="Tijdelijke aanduiding voor tekst 15">
            <a:extLst>
              <a:ext uri="{FF2B5EF4-FFF2-40B4-BE49-F238E27FC236}">
                <a16:creationId xmlns:a16="http://schemas.microsoft.com/office/drawing/2014/main" id="{599F0AF0-B2B2-0733-FB6A-3D651FE57C1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264978" y="4452063"/>
            <a:ext cx="3194878" cy="594000"/>
          </a:xfrm>
        </p:spPr>
        <p:txBody>
          <a:bodyPr>
            <a:normAutofit/>
          </a:bodyPr>
          <a:lstStyle/>
          <a:p>
            <a:pPr algn="l"/>
            <a:r>
              <a:rPr lang="nl-NL" dirty="0">
                <a:latin typeface="+mn-lt"/>
              </a:rPr>
              <a:t>figuur a en figuur d</a:t>
            </a:r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8175693D-CD9F-9464-9208-2EDE8C5A16B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4991" y="2751779"/>
            <a:ext cx="594000" cy="594000"/>
          </a:xfrm>
        </p:spPr>
        <p:txBody>
          <a:bodyPr>
            <a:normAutofit lnSpcReduction="10000"/>
          </a:bodyPr>
          <a:lstStyle/>
          <a:p>
            <a:r>
              <a:rPr lang="nl-NL" dirty="0"/>
              <a:t>B</a:t>
            </a:r>
          </a:p>
        </p:txBody>
      </p:sp>
      <p:sp>
        <p:nvSpPr>
          <p:cNvPr id="18" name="Tijdelijke aanduiding voor tekst 17">
            <a:extLst>
              <a:ext uri="{FF2B5EF4-FFF2-40B4-BE49-F238E27FC236}">
                <a16:creationId xmlns:a16="http://schemas.microsoft.com/office/drawing/2014/main" id="{DDA6E4A1-6B56-80F6-0323-CED698DEFB8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4991" y="3632837"/>
            <a:ext cx="594000" cy="594000"/>
          </a:xfrm>
        </p:spPr>
        <p:txBody>
          <a:bodyPr>
            <a:normAutofit lnSpcReduction="10000"/>
          </a:bodyPr>
          <a:lstStyle/>
          <a:p>
            <a:r>
              <a:rPr lang="nl-NL" dirty="0"/>
              <a:t>C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FBE99773-320D-7F48-02E6-52BDE37FBBF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4991" y="4452063"/>
            <a:ext cx="594000" cy="594000"/>
          </a:xfrm>
        </p:spPr>
        <p:txBody>
          <a:bodyPr>
            <a:normAutofit lnSpcReduction="10000"/>
          </a:bodyPr>
          <a:lstStyle/>
          <a:p>
            <a:r>
              <a:rPr lang="nl-NL" dirty="0"/>
              <a:t>D</a:t>
            </a:r>
          </a:p>
        </p:txBody>
      </p:sp>
      <p:pic>
        <p:nvPicPr>
          <p:cNvPr id="9" name="Afbeelding 8" descr="Afbeelding met schermopname, diagram, tekst, Rechthoek&#10;&#10;Automatisch gegenereerde beschrijving">
            <a:extLst>
              <a:ext uri="{FF2B5EF4-FFF2-40B4-BE49-F238E27FC236}">
                <a16:creationId xmlns:a16="http://schemas.microsoft.com/office/drawing/2014/main" id="{C96AFE68-D176-6115-08BF-5384971FD8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9857" y="2448679"/>
            <a:ext cx="6827152" cy="2735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141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38AAD88A-37CC-5DAD-CD09-FBABBE5DE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401C0D2F-EF09-280C-86C8-ECC128773F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7411" y="1115670"/>
            <a:ext cx="10716516" cy="5248185"/>
          </a:xfrm>
        </p:spPr>
        <p:txBody>
          <a:bodyPr>
            <a:normAutofit fontScale="92500" lnSpcReduction="10000"/>
          </a:bodyPr>
          <a:lstStyle/>
          <a:p>
            <a:r>
              <a:rPr lang="nl-NL" dirty="0"/>
              <a:t>Een balk heeft 6 zijvlakken. Die zijvlakken hebben de vorm van een rechthoek. Soms zijn er twee vierkanten bij.</a:t>
            </a:r>
          </a:p>
          <a:p>
            <a:endParaRPr lang="nl-NL" dirty="0"/>
          </a:p>
          <a:p>
            <a:r>
              <a:rPr lang="nl-NL" dirty="0"/>
              <a:t>Een balk is een ruimtefiguur. Een rechthoek is een vlakke figuur.</a:t>
            </a:r>
          </a:p>
          <a:p>
            <a:endParaRPr lang="nl-NL" dirty="0"/>
          </a:p>
          <a:p>
            <a:r>
              <a:rPr lang="nl-NL" dirty="0"/>
              <a:t>Een </a:t>
            </a:r>
            <a:r>
              <a:rPr lang="nl-NL" b="1" dirty="0">
                <a:solidFill>
                  <a:srgbClr val="2299FF"/>
                </a:solidFill>
              </a:rPr>
              <a:t>rechthoek</a:t>
            </a:r>
            <a:r>
              <a:rPr lang="nl-NL" dirty="0"/>
              <a:t> heeft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dirty="0"/>
              <a:t>4 hoekpunten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dirty="0"/>
              <a:t>4 rechte hoeken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dirty="0"/>
              <a:t>4 zijden.</a:t>
            </a:r>
          </a:p>
          <a:p>
            <a:endParaRPr lang="nl-NL" dirty="0"/>
          </a:p>
          <a:p>
            <a:r>
              <a:rPr lang="nl-NL" dirty="0"/>
              <a:t>De zijden die tegenover elkaar liggen zijn even lang. </a:t>
            </a:r>
          </a:p>
        </p:txBody>
      </p:sp>
      <p:sp>
        <p:nvSpPr>
          <p:cNvPr id="3" name="Ondertitel 1">
            <a:extLst>
              <a:ext uri="{FF2B5EF4-FFF2-40B4-BE49-F238E27FC236}">
                <a16:creationId xmlns:a16="http://schemas.microsoft.com/office/drawing/2014/main" id="{BDC2C83E-1F26-380F-499D-1BC07EB31EB0}"/>
              </a:ext>
            </a:extLst>
          </p:cNvPr>
          <p:cNvSpPr txBox="1">
            <a:spLocks/>
          </p:cNvSpPr>
          <p:nvPr/>
        </p:nvSpPr>
        <p:spPr>
          <a:xfrm>
            <a:off x="762000" y="253040"/>
            <a:ext cx="7689273" cy="464869"/>
          </a:xfrm>
          <a:prstGeom prst="rect">
            <a:avLst/>
          </a:prstGeom>
        </p:spPr>
        <p:txBody>
          <a:bodyPr>
            <a:noAutofit/>
          </a:bodyPr>
          <a:lstStyle>
            <a:lvl1pPr marL="228600" marR="0" lvl="0" indent="-228600" algn="l" defTabSz="914400" rtl="0"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1pPr>
            <a:lvl2pPr marL="685800" marR="0" lvl="1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4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2pPr>
            <a:lvl3pPr marL="1143000" marR="0" lvl="2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0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3pPr>
            <a:lvl4pPr marL="1600200" marR="0" lvl="3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4pPr>
            <a:lvl5pPr marL="2057400" marR="0" lvl="4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3000" b="1" dirty="0"/>
              <a:t>Theorie G Rechthoek</a:t>
            </a:r>
          </a:p>
        </p:txBody>
      </p:sp>
    </p:spTree>
    <p:extLst>
      <p:ext uri="{BB962C8B-B14F-4D97-AF65-F5344CB8AC3E}">
        <p14:creationId xmlns:p14="http://schemas.microsoft.com/office/powerpoint/2010/main" val="525508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38AAD88A-37CC-5DAD-CD09-FBABBE5DE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401C0D2F-EF09-280C-86C8-ECC128773F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7411" y="1115670"/>
            <a:ext cx="8776649" cy="3876119"/>
          </a:xfrm>
        </p:spPr>
        <p:txBody>
          <a:bodyPr>
            <a:normAutofit/>
          </a:bodyPr>
          <a:lstStyle/>
          <a:p>
            <a:r>
              <a:rPr lang="nl-NL" dirty="0"/>
              <a:t>Hiernaast zie je rechthoek </a:t>
            </a:r>
            <a:r>
              <a:rPr lang="nl-NL" i="1" dirty="0"/>
              <a:t>EFGH</a:t>
            </a:r>
            <a:r>
              <a:rPr lang="nl-NL" dirty="0"/>
              <a:t>.</a:t>
            </a:r>
          </a:p>
          <a:p>
            <a:r>
              <a:rPr lang="nl-NL" dirty="0"/>
              <a:t>Zijde </a:t>
            </a:r>
            <a:r>
              <a:rPr lang="nl-NL" i="1" dirty="0"/>
              <a:t>EF</a:t>
            </a:r>
            <a:r>
              <a:rPr lang="nl-NL" dirty="0"/>
              <a:t> is even lang als zijde </a:t>
            </a:r>
            <a:r>
              <a:rPr lang="nl-NL" i="1" dirty="0"/>
              <a:t>GH</a:t>
            </a:r>
            <a:r>
              <a:rPr lang="nl-NL" dirty="0"/>
              <a:t>.</a:t>
            </a:r>
          </a:p>
          <a:p>
            <a:r>
              <a:rPr lang="nl-NL" dirty="0"/>
              <a:t>Zijde </a:t>
            </a:r>
            <a:r>
              <a:rPr lang="nl-NL" i="1" dirty="0"/>
              <a:t>FG</a:t>
            </a:r>
            <a:r>
              <a:rPr lang="nl-NL" dirty="0"/>
              <a:t> is even lang als zijde </a:t>
            </a:r>
            <a:r>
              <a:rPr lang="nl-NL" i="1" dirty="0"/>
              <a:t>EH</a:t>
            </a:r>
            <a:r>
              <a:rPr lang="nl-NL" dirty="0"/>
              <a:t>.</a:t>
            </a:r>
          </a:p>
          <a:p>
            <a:endParaRPr lang="nl-NL" dirty="0"/>
          </a:p>
          <a:p>
            <a:r>
              <a:rPr lang="nl-NL" dirty="0"/>
              <a:t>In de rechthoek zijn diagonaal </a:t>
            </a:r>
            <a:r>
              <a:rPr lang="nl-NL" i="1" dirty="0"/>
              <a:t>EG</a:t>
            </a:r>
            <a:br>
              <a:rPr lang="nl-NL" dirty="0"/>
            </a:br>
            <a:r>
              <a:rPr lang="nl-NL" dirty="0"/>
              <a:t>en diagonaal </a:t>
            </a:r>
            <a:r>
              <a:rPr lang="nl-NL" i="1" dirty="0"/>
              <a:t>FH</a:t>
            </a:r>
            <a:r>
              <a:rPr lang="nl-NL" dirty="0"/>
              <a:t> getekend.</a:t>
            </a:r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66A7B794-965D-1279-EF67-D47BAD184C5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nl-NL" b="1" dirty="0"/>
              <a:t>Leerdoel</a:t>
            </a:r>
            <a:r>
              <a:rPr lang="nl-NL" dirty="0"/>
              <a:t>  Je kunt een rechthoek met diagonalen tekenen.</a:t>
            </a:r>
          </a:p>
        </p:txBody>
      </p:sp>
      <p:pic>
        <p:nvPicPr>
          <p:cNvPr id="4" name="Afbeelding 3" descr="Afbeelding met lijn, diagram, driehoek, origami&#10;&#10;Automatisch gegenereerde beschrijving">
            <a:extLst>
              <a:ext uri="{FF2B5EF4-FFF2-40B4-BE49-F238E27FC236}">
                <a16:creationId xmlns:a16="http://schemas.microsoft.com/office/drawing/2014/main" id="{4745FDA1-635B-B553-8D39-9730D67D8904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EFD"/>
              </a:clrFrom>
              <a:clrTo>
                <a:srgbClr val="FFFE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207873" y="1228064"/>
            <a:ext cx="4533300" cy="3191762"/>
          </a:xfrm>
          <a:prstGeom prst="rect">
            <a:avLst/>
          </a:prstGeom>
        </p:spPr>
      </p:pic>
      <p:sp>
        <p:nvSpPr>
          <p:cNvPr id="3" name="Ondertitel 1">
            <a:extLst>
              <a:ext uri="{FF2B5EF4-FFF2-40B4-BE49-F238E27FC236}">
                <a16:creationId xmlns:a16="http://schemas.microsoft.com/office/drawing/2014/main" id="{23902182-AEDB-EF13-32C6-38158B91D1E3}"/>
              </a:ext>
            </a:extLst>
          </p:cNvPr>
          <p:cNvSpPr txBox="1">
            <a:spLocks/>
          </p:cNvSpPr>
          <p:nvPr/>
        </p:nvSpPr>
        <p:spPr>
          <a:xfrm>
            <a:off x="762000" y="253040"/>
            <a:ext cx="7689273" cy="464869"/>
          </a:xfrm>
          <a:prstGeom prst="rect">
            <a:avLst/>
          </a:prstGeom>
        </p:spPr>
        <p:txBody>
          <a:bodyPr>
            <a:noAutofit/>
          </a:bodyPr>
          <a:lstStyle>
            <a:lvl1pPr marL="228600" marR="0" lvl="0" indent="-228600" algn="l" defTabSz="914400" rtl="0"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1pPr>
            <a:lvl2pPr marL="685800" marR="0" lvl="1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4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2pPr>
            <a:lvl3pPr marL="1143000" marR="0" lvl="2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0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3pPr>
            <a:lvl4pPr marL="1600200" marR="0" lvl="3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4pPr>
            <a:lvl5pPr marL="2057400" marR="0" lvl="4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3000" b="1" dirty="0"/>
              <a:t>Theorie G Rechthoek</a:t>
            </a:r>
          </a:p>
        </p:txBody>
      </p:sp>
    </p:spTree>
    <p:extLst>
      <p:ext uri="{BB962C8B-B14F-4D97-AF65-F5344CB8AC3E}">
        <p14:creationId xmlns:p14="http://schemas.microsoft.com/office/powerpoint/2010/main" val="1189970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5FD822E9-B026-C409-C9DD-88E0D7C7A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5F6671C4-E2C8-14D2-A774-1F92C33EF0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8078" y="1112400"/>
            <a:ext cx="6967454" cy="739260"/>
          </a:xfrm>
        </p:spPr>
        <p:txBody>
          <a:bodyPr>
            <a:normAutofit/>
          </a:bodyPr>
          <a:lstStyle/>
          <a:p>
            <a:r>
              <a:rPr lang="nl-NL" dirty="0"/>
              <a:t>Testopgave Rechthoek </a:t>
            </a:r>
            <a:r>
              <a:rPr lang="nl-NL" i="1" dirty="0"/>
              <a:t>DEFG </a:t>
            </a:r>
            <a:r>
              <a:rPr lang="nl-NL" dirty="0"/>
              <a:t>(blz. 36)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CE39BB88-5B3C-76A5-B92B-6FB664CEDB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8077" y="1851660"/>
            <a:ext cx="7778337" cy="4186752"/>
          </a:xfrm>
        </p:spPr>
        <p:txBody>
          <a:bodyPr/>
          <a:lstStyle/>
          <a:p>
            <a:r>
              <a:rPr lang="nl-NL" dirty="0"/>
              <a:t>Teken rechthoek </a:t>
            </a:r>
            <a:r>
              <a:rPr lang="nl-NL" i="1" dirty="0"/>
              <a:t>DEFG</a:t>
            </a:r>
            <a:r>
              <a:rPr lang="nl-NL" dirty="0"/>
              <a:t> met </a:t>
            </a:r>
            <a:r>
              <a:rPr lang="nl-NL" i="1" dirty="0"/>
              <a:t>DE</a:t>
            </a:r>
            <a:r>
              <a:rPr lang="nl-NL" dirty="0"/>
              <a:t> = 6 cm en </a:t>
            </a:r>
            <a:r>
              <a:rPr lang="nl-NL" i="1" dirty="0"/>
              <a:t>DG</a:t>
            </a:r>
            <a:r>
              <a:rPr lang="nl-NL" dirty="0"/>
              <a:t> = 3,5 cm.</a:t>
            </a:r>
          </a:p>
          <a:p>
            <a:r>
              <a:rPr lang="nl-NL" dirty="0"/>
              <a:t>Welke zijde is even lang als zijde </a:t>
            </a:r>
            <a:r>
              <a:rPr lang="nl-NL" i="1" dirty="0"/>
              <a:t>DG</a:t>
            </a:r>
            <a:r>
              <a:rPr lang="nl-NL" dirty="0"/>
              <a:t>?</a:t>
            </a:r>
          </a:p>
          <a:p>
            <a:r>
              <a:rPr lang="nl-NL" dirty="0"/>
              <a:t>Teken de diagonalen in de rechthoek.</a:t>
            </a:r>
          </a:p>
        </p:txBody>
      </p:sp>
    </p:spTree>
    <p:extLst>
      <p:ext uri="{BB962C8B-B14F-4D97-AF65-F5344CB8AC3E}">
        <p14:creationId xmlns:p14="http://schemas.microsoft.com/office/powerpoint/2010/main" val="105504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5FD822E9-B026-C409-C9DD-88E0D7C7A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5F6671C4-E2C8-14D2-A774-1F92C33EF0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8077" y="1112400"/>
            <a:ext cx="7058316" cy="739260"/>
          </a:xfrm>
        </p:spPr>
        <p:txBody>
          <a:bodyPr>
            <a:normAutofit/>
          </a:bodyPr>
          <a:lstStyle/>
          <a:p>
            <a:r>
              <a:rPr lang="nl-NL" dirty="0"/>
              <a:t>Testopgave Rechthoek </a:t>
            </a:r>
            <a:r>
              <a:rPr lang="nl-NL" i="1" dirty="0"/>
              <a:t>DEFG </a:t>
            </a:r>
            <a:r>
              <a:rPr lang="nl-NL" dirty="0"/>
              <a:t>(blz. 36)</a:t>
            </a:r>
            <a:endParaRPr lang="nl-NL" i="1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CE39BB88-5B3C-76A5-B92B-6FB664CEDB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8077" y="1651518"/>
            <a:ext cx="7778337" cy="4386894"/>
          </a:xfrm>
        </p:spPr>
        <p:txBody>
          <a:bodyPr>
            <a:normAutofit lnSpcReduction="10000"/>
          </a:bodyPr>
          <a:lstStyle/>
          <a:p>
            <a:r>
              <a:rPr lang="nl-NL" dirty="0"/>
              <a:t>Teken rechthoek </a:t>
            </a:r>
            <a:r>
              <a:rPr lang="nl-NL" i="1" dirty="0"/>
              <a:t>DEFG</a:t>
            </a:r>
            <a:r>
              <a:rPr lang="nl-NL" dirty="0"/>
              <a:t> met</a:t>
            </a:r>
            <a:br>
              <a:rPr lang="nl-NL" dirty="0"/>
            </a:br>
            <a:r>
              <a:rPr lang="nl-NL" i="1" dirty="0"/>
              <a:t>DE</a:t>
            </a:r>
            <a:r>
              <a:rPr lang="nl-NL" dirty="0"/>
              <a:t> = 6 cm en </a:t>
            </a:r>
            <a:r>
              <a:rPr lang="nl-NL" i="1" dirty="0"/>
              <a:t>DG</a:t>
            </a:r>
            <a:r>
              <a:rPr lang="nl-NL" dirty="0"/>
              <a:t> = 3,5 cm.</a:t>
            </a:r>
          </a:p>
          <a:p>
            <a:endParaRPr lang="nl-NL" dirty="0"/>
          </a:p>
          <a:p>
            <a:r>
              <a:rPr lang="nl-NL" dirty="0"/>
              <a:t>Welke zijde is even lang als</a:t>
            </a:r>
            <a:br>
              <a:rPr lang="nl-NL" dirty="0"/>
            </a:br>
            <a:r>
              <a:rPr lang="nl-NL" dirty="0"/>
              <a:t>zijde </a:t>
            </a:r>
            <a:r>
              <a:rPr lang="nl-NL" i="1" dirty="0"/>
              <a:t>DG</a:t>
            </a:r>
            <a:r>
              <a:rPr lang="nl-NL" dirty="0"/>
              <a:t>?</a:t>
            </a:r>
          </a:p>
          <a:p>
            <a:endParaRPr lang="nl-NL" dirty="0"/>
          </a:p>
          <a:p>
            <a:endParaRPr lang="nl-NL" dirty="0"/>
          </a:p>
          <a:p>
            <a:r>
              <a:rPr lang="nl-NL" dirty="0"/>
              <a:t>Teken de diagonalen in de </a:t>
            </a:r>
            <a:br>
              <a:rPr lang="nl-NL" dirty="0"/>
            </a:br>
            <a:r>
              <a:rPr lang="nl-NL" dirty="0"/>
              <a:t>rechthoek</a:t>
            </a: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76F9C903-8898-8E28-FA71-17A5681D8FB5}"/>
              </a:ext>
            </a:extLst>
          </p:cNvPr>
          <p:cNvSpPr txBox="1"/>
          <p:nvPr/>
        </p:nvSpPr>
        <p:spPr>
          <a:xfrm>
            <a:off x="344908" y="2447468"/>
            <a:ext cx="489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rgbClr val="FF0000"/>
                </a:solidFill>
              </a:rPr>
              <a:t>2p</a:t>
            </a:r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3456B520-8ACF-5F64-4A9A-746E39FA3935}"/>
              </a:ext>
            </a:extLst>
          </p:cNvPr>
          <p:cNvSpPr txBox="1"/>
          <p:nvPr/>
        </p:nvSpPr>
        <p:spPr>
          <a:xfrm>
            <a:off x="390388" y="3982082"/>
            <a:ext cx="489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rgbClr val="FF0000"/>
                </a:solidFill>
              </a:rPr>
              <a:t>1p</a:t>
            </a: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A5005A48-7DAC-1D23-4D2C-A7CFE04AD8C2}"/>
              </a:ext>
            </a:extLst>
          </p:cNvPr>
          <p:cNvSpPr txBox="1"/>
          <p:nvPr/>
        </p:nvSpPr>
        <p:spPr>
          <a:xfrm>
            <a:off x="379028" y="5853746"/>
            <a:ext cx="489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rgbClr val="FF0000"/>
                </a:solidFill>
              </a:rPr>
              <a:t>1p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91C147AC-EC6A-8A26-D6B4-3DF3F0047587}"/>
              </a:ext>
            </a:extLst>
          </p:cNvPr>
          <p:cNvSpPr txBox="1"/>
          <p:nvPr/>
        </p:nvSpPr>
        <p:spPr>
          <a:xfrm>
            <a:off x="1267954" y="2357649"/>
            <a:ext cx="66384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200" dirty="0">
                <a:solidFill>
                  <a:srgbClr val="FF0000"/>
                </a:solidFill>
              </a:rPr>
              <a:t>Zie de tekening hiernaast.</a:t>
            </a: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C8B321C7-FBC0-B932-7EE3-3941747F0EC7}"/>
              </a:ext>
            </a:extLst>
          </p:cNvPr>
          <p:cNvSpPr txBox="1"/>
          <p:nvPr/>
        </p:nvSpPr>
        <p:spPr>
          <a:xfrm>
            <a:off x="1267953" y="3812805"/>
            <a:ext cx="663843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200" dirty="0">
                <a:solidFill>
                  <a:srgbClr val="FF0000"/>
                </a:solidFill>
              </a:rPr>
              <a:t>Zijde </a:t>
            </a:r>
            <a:r>
              <a:rPr lang="nl-NL" sz="3200" i="1" dirty="0">
                <a:solidFill>
                  <a:srgbClr val="FF0000"/>
                </a:solidFill>
              </a:rPr>
              <a:t>EF</a:t>
            </a:r>
            <a:r>
              <a:rPr lang="nl-NL" sz="3200" dirty="0">
                <a:solidFill>
                  <a:srgbClr val="FF0000"/>
                </a:solidFill>
              </a:rPr>
              <a:t> is even lang als </a:t>
            </a:r>
            <a:br>
              <a:rPr lang="nl-NL" sz="3200" dirty="0">
                <a:solidFill>
                  <a:srgbClr val="FF0000"/>
                </a:solidFill>
              </a:rPr>
            </a:br>
            <a:r>
              <a:rPr lang="nl-NL" sz="3200" dirty="0">
                <a:solidFill>
                  <a:srgbClr val="FF0000"/>
                </a:solidFill>
              </a:rPr>
              <a:t>zijde </a:t>
            </a:r>
            <a:r>
              <a:rPr lang="nl-NL" sz="3200" i="1" dirty="0">
                <a:solidFill>
                  <a:srgbClr val="FF0000"/>
                </a:solidFill>
              </a:rPr>
              <a:t>DG</a:t>
            </a:r>
            <a:r>
              <a:rPr lang="nl-NL" sz="3200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5EE31E9F-15E9-4FF2-B509-99C43F033F06}"/>
              </a:ext>
            </a:extLst>
          </p:cNvPr>
          <p:cNvSpPr txBox="1"/>
          <p:nvPr/>
        </p:nvSpPr>
        <p:spPr>
          <a:xfrm>
            <a:off x="1267952" y="5713721"/>
            <a:ext cx="66384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200" dirty="0">
                <a:solidFill>
                  <a:srgbClr val="FF0000"/>
                </a:solidFill>
              </a:rPr>
              <a:t>Zie de tekening hiernaast.</a:t>
            </a:r>
          </a:p>
        </p:txBody>
      </p:sp>
      <p:graphicFrame>
        <p:nvGraphicFramePr>
          <p:cNvPr id="14" name="Tabel 13">
            <a:extLst>
              <a:ext uri="{FF2B5EF4-FFF2-40B4-BE49-F238E27FC236}">
                <a16:creationId xmlns:a16="http://schemas.microsoft.com/office/drawing/2014/main" id="{653948FC-4CC4-482F-9287-5CAF6E9D6A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2139385"/>
              </p:ext>
            </p:extLst>
          </p:nvPr>
        </p:nvGraphicFramePr>
        <p:xfrm>
          <a:off x="6096000" y="2998514"/>
          <a:ext cx="5472000" cy="34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4000">
                  <a:extLst>
                    <a:ext uri="{9D8B030D-6E8A-4147-A177-3AD203B41FA5}">
                      <a16:colId xmlns:a16="http://schemas.microsoft.com/office/drawing/2014/main" val="1643407267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740863764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1744179267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3118013848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1493052132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2497588703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987604541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3219151641"/>
                    </a:ext>
                  </a:extLst>
                </a:gridCol>
              </a:tblGrid>
              <a:tr h="684000"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8821390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4065656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4702820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1853361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9144132"/>
                  </a:ext>
                </a:extLst>
              </a:tr>
            </a:tbl>
          </a:graphicData>
        </a:graphic>
      </p:graphicFrame>
      <p:cxnSp>
        <p:nvCxnSpPr>
          <p:cNvPr id="16" name="Rechte verbindingslijn 15">
            <a:extLst>
              <a:ext uri="{FF2B5EF4-FFF2-40B4-BE49-F238E27FC236}">
                <a16:creationId xmlns:a16="http://schemas.microsoft.com/office/drawing/2014/main" id="{B4C6270B-D596-283E-928C-1813CA19FF04}"/>
              </a:ext>
            </a:extLst>
          </p:cNvPr>
          <p:cNvCxnSpPr>
            <a:cxnSpLocks/>
          </p:cNvCxnSpPr>
          <p:nvPr/>
        </p:nvCxnSpPr>
        <p:spPr>
          <a:xfrm>
            <a:off x="6780974" y="5745099"/>
            <a:ext cx="412515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Rechte verbindingslijn 18">
            <a:extLst>
              <a:ext uri="{FF2B5EF4-FFF2-40B4-BE49-F238E27FC236}">
                <a16:creationId xmlns:a16="http://schemas.microsoft.com/office/drawing/2014/main" id="{4F5A54DF-0AA5-05C3-6321-8D5FE1F6FDCE}"/>
              </a:ext>
            </a:extLst>
          </p:cNvPr>
          <p:cNvCxnSpPr>
            <a:cxnSpLocks/>
          </p:cNvCxnSpPr>
          <p:nvPr/>
        </p:nvCxnSpPr>
        <p:spPr>
          <a:xfrm>
            <a:off x="6783355" y="3331581"/>
            <a:ext cx="4104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Rechte verbindingslijn 20">
            <a:extLst>
              <a:ext uri="{FF2B5EF4-FFF2-40B4-BE49-F238E27FC236}">
                <a16:creationId xmlns:a16="http://schemas.microsoft.com/office/drawing/2014/main" id="{0678875F-B787-717C-9428-081002599EF7}"/>
              </a:ext>
            </a:extLst>
          </p:cNvPr>
          <p:cNvCxnSpPr/>
          <p:nvPr/>
        </p:nvCxnSpPr>
        <p:spPr>
          <a:xfrm>
            <a:off x="6783355" y="3311848"/>
            <a:ext cx="0" cy="24516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Rechte verbindingslijn 21">
            <a:extLst>
              <a:ext uri="{FF2B5EF4-FFF2-40B4-BE49-F238E27FC236}">
                <a16:creationId xmlns:a16="http://schemas.microsoft.com/office/drawing/2014/main" id="{C9F0D187-B1E2-6AE5-8EA8-FCA582EE43A6}"/>
              </a:ext>
            </a:extLst>
          </p:cNvPr>
          <p:cNvCxnSpPr/>
          <p:nvPr/>
        </p:nvCxnSpPr>
        <p:spPr>
          <a:xfrm>
            <a:off x="10887355" y="3312529"/>
            <a:ext cx="0" cy="24444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kstvak 22">
            <a:extLst>
              <a:ext uri="{FF2B5EF4-FFF2-40B4-BE49-F238E27FC236}">
                <a16:creationId xmlns:a16="http://schemas.microsoft.com/office/drawing/2014/main" id="{7EA2FDB5-2DEF-AFAD-7179-BBBD9763B8B4}"/>
              </a:ext>
            </a:extLst>
          </p:cNvPr>
          <p:cNvSpPr txBox="1"/>
          <p:nvPr/>
        </p:nvSpPr>
        <p:spPr>
          <a:xfrm>
            <a:off x="6505951" y="5669080"/>
            <a:ext cx="554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24" name="Tekstvak 23">
            <a:extLst>
              <a:ext uri="{FF2B5EF4-FFF2-40B4-BE49-F238E27FC236}">
                <a16:creationId xmlns:a16="http://schemas.microsoft.com/office/drawing/2014/main" id="{B253873C-F803-6467-8C7F-8A4C9D742D91}"/>
              </a:ext>
            </a:extLst>
          </p:cNvPr>
          <p:cNvSpPr txBox="1"/>
          <p:nvPr/>
        </p:nvSpPr>
        <p:spPr>
          <a:xfrm>
            <a:off x="10789116" y="5664365"/>
            <a:ext cx="554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25" name="Tekstvak 24">
            <a:extLst>
              <a:ext uri="{FF2B5EF4-FFF2-40B4-BE49-F238E27FC236}">
                <a16:creationId xmlns:a16="http://schemas.microsoft.com/office/drawing/2014/main" id="{FB899D0B-DC1A-0C83-72DC-48F7899770F5}"/>
              </a:ext>
            </a:extLst>
          </p:cNvPr>
          <p:cNvSpPr txBox="1"/>
          <p:nvPr/>
        </p:nvSpPr>
        <p:spPr>
          <a:xfrm>
            <a:off x="10789116" y="3016735"/>
            <a:ext cx="554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sp>
        <p:nvSpPr>
          <p:cNvPr id="26" name="Tekstvak 25">
            <a:extLst>
              <a:ext uri="{FF2B5EF4-FFF2-40B4-BE49-F238E27FC236}">
                <a16:creationId xmlns:a16="http://schemas.microsoft.com/office/drawing/2014/main" id="{9D85F0C5-770C-A47E-5B6C-333932E82350}"/>
              </a:ext>
            </a:extLst>
          </p:cNvPr>
          <p:cNvSpPr txBox="1"/>
          <p:nvPr/>
        </p:nvSpPr>
        <p:spPr>
          <a:xfrm>
            <a:off x="6473659" y="3043153"/>
            <a:ext cx="554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  <p:cxnSp>
        <p:nvCxnSpPr>
          <p:cNvPr id="28" name="Rechte verbindingslijn 27">
            <a:extLst>
              <a:ext uri="{FF2B5EF4-FFF2-40B4-BE49-F238E27FC236}">
                <a16:creationId xmlns:a16="http://schemas.microsoft.com/office/drawing/2014/main" id="{CDB74829-DC58-C533-D9BC-4FB5B5CD7F87}"/>
              </a:ext>
            </a:extLst>
          </p:cNvPr>
          <p:cNvCxnSpPr>
            <a:cxnSpLocks/>
          </p:cNvCxnSpPr>
          <p:nvPr/>
        </p:nvCxnSpPr>
        <p:spPr>
          <a:xfrm flipH="1" flipV="1">
            <a:off x="6783355" y="3331580"/>
            <a:ext cx="4104000" cy="241351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Rechte verbindingslijn 29">
            <a:extLst>
              <a:ext uri="{FF2B5EF4-FFF2-40B4-BE49-F238E27FC236}">
                <a16:creationId xmlns:a16="http://schemas.microsoft.com/office/drawing/2014/main" id="{53FA4B97-0F64-CFFA-FBB8-33B2D1C05CC9}"/>
              </a:ext>
            </a:extLst>
          </p:cNvPr>
          <p:cNvCxnSpPr>
            <a:cxnSpLocks/>
          </p:cNvCxnSpPr>
          <p:nvPr/>
        </p:nvCxnSpPr>
        <p:spPr>
          <a:xfrm flipH="1">
            <a:off x="6775920" y="3335601"/>
            <a:ext cx="4104000" cy="241351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ijdelijke aanduiding voor tekst 84">
            <a:extLst>
              <a:ext uri="{FF2B5EF4-FFF2-40B4-BE49-F238E27FC236}">
                <a16:creationId xmlns:a16="http://schemas.microsoft.com/office/drawing/2014/main" id="{BCAA11ED-2B4B-CB24-55A5-06128308C772}"/>
              </a:ext>
            </a:extLst>
          </p:cNvPr>
          <p:cNvSpPr>
            <a:spLocks noGrp="1"/>
          </p:cNvSpPr>
          <p:nvPr/>
        </p:nvSpPr>
        <p:spPr>
          <a:xfrm>
            <a:off x="8024682" y="1271416"/>
            <a:ext cx="2016928" cy="1037857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19050">
            <a:solidFill>
              <a:srgbClr val="FF0000"/>
            </a:solidFill>
          </a:ln>
        </p:spPr>
        <p:txBody>
          <a:bodyPr vert="horz" wrap="square" lIns="0" tIns="151200" rIns="1080000" bIns="0" anchor="t" anchorCtr="0" compatLnSpc="1">
            <a:noAutofit/>
          </a:bodyPr>
          <a:lstStyle>
            <a:lvl1pPr marL="0" marR="0" lvl="0" indent="0" algn="r" defTabSz="914400" rtl="0" eaLnBrk="1" fontAlgn="auto" hangingPunct="1">
              <a:lnSpc>
                <a:spcPts val="121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+mj-lt"/>
              <a:buNone/>
              <a:tabLst/>
              <a:defRPr lang="nl-NL" sz="1800" b="0" i="0" u="none" strike="noStrike" kern="1200" cap="none" spc="0" baseline="0">
                <a:solidFill>
                  <a:srgbClr val="FF0000"/>
                </a:solidFill>
                <a:uFillTx/>
                <a:latin typeface="+mn-lt"/>
              </a:defRPr>
            </a:lvl1pPr>
            <a:lvl2pPr marL="457200" marR="0" lvl="1" indent="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None/>
              <a:tabLst/>
              <a:defRPr lang="nl-NL" sz="24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2pPr>
            <a:lvl3pPr marL="914400" marR="0" lvl="2" indent="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None/>
              <a:tabLst/>
              <a:defRPr lang="nl-NL" sz="20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3pPr>
            <a:lvl4pPr marL="1371600" marR="0" lvl="3" indent="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None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4pPr>
            <a:lvl5pPr marL="1828800" marR="0" lvl="4" indent="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None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/>
              <a:t>0</a:t>
            </a:r>
            <a:r>
              <a:rPr lang="nl-NL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– 1</a:t>
            </a:r>
            <a:endParaRPr lang="nl-NL" dirty="0"/>
          </a:p>
          <a:p>
            <a:r>
              <a:rPr lang="nl-NL" dirty="0"/>
              <a:t>2</a:t>
            </a:r>
            <a:r>
              <a:rPr lang="nl-NL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– 3</a:t>
            </a:r>
            <a:endParaRPr lang="nl-NL" dirty="0"/>
          </a:p>
          <a:p>
            <a:r>
              <a:rPr lang="nl-NL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57260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7" grpId="0"/>
      <p:bldP spid="13" grpId="0"/>
      <p:bldP spid="23" grpId="0"/>
      <p:bldP spid="24" grpId="0"/>
      <p:bldP spid="25" grpId="0"/>
      <p:bldP spid="26" grpId="0"/>
      <p:bldP spid="3" grpId="0" animBg="1"/>
    </p:bldLst>
  </p:timing>
</p:sld>
</file>

<file path=ppt/theme/theme1.xml><?xml version="1.0" encoding="utf-8"?>
<a:theme xmlns:a="http://schemas.openxmlformats.org/drawingml/2006/main" name="G&amp;R14">
  <a:themeElements>
    <a:clrScheme name="_Noordhoff_G&amp;R14">
      <a:dk1>
        <a:srgbClr val="303030"/>
      </a:dk1>
      <a:lt1>
        <a:sysClr val="window" lastClr="FFFFFF"/>
      </a:lt1>
      <a:dk2>
        <a:srgbClr val="44546A"/>
      </a:dk2>
      <a:lt2>
        <a:srgbClr val="EAEECD"/>
      </a:lt2>
      <a:accent1>
        <a:srgbClr val="F9B000"/>
      </a:accent1>
      <a:accent2>
        <a:srgbClr val="004C8D"/>
      </a:accent2>
      <a:accent3>
        <a:srgbClr val="DAE0B9"/>
      </a:accent3>
      <a:accent4>
        <a:srgbClr val="FFD961"/>
      </a:accent4>
      <a:accent5>
        <a:srgbClr val="8AB2DB"/>
      </a:accent5>
      <a:accent6>
        <a:srgbClr val="7DBD7B"/>
      </a:accent6>
      <a:hlink>
        <a:srgbClr val="2198FF"/>
      </a:hlink>
      <a:folHlink>
        <a:srgbClr val="954F72"/>
      </a:folHlink>
    </a:clrScheme>
    <a:fontScheme name="_Noordhoff_GR14">
      <a:majorFont>
        <a:latin typeface="Tahoma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FF_GR14_BasisPowerPoint.potx" id="{85DE7767-28D4-488A-B1E7-BAD6797D6540}" vid="{B78EF8CE-25C6-4674-96D7-A5AC24534CAD}"/>
    </a:ext>
  </a:extLst>
</a:theme>
</file>

<file path=ppt/theme/theme2.xml><?xml version="1.0" encoding="utf-8"?>
<a:theme xmlns:a="http://schemas.openxmlformats.org/drawingml/2006/main" name="Kantoorthema">
  <a:themeElements>
    <a:clrScheme name="_Noordhoff_G&amp;R14">
      <a:dk1>
        <a:srgbClr val="303030"/>
      </a:dk1>
      <a:lt1>
        <a:sysClr val="window" lastClr="FFFFFF"/>
      </a:lt1>
      <a:dk2>
        <a:srgbClr val="44546A"/>
      </a:dk2>
      <a:lt2>
        <a:srgbClr val="EAEECD"/>
      </a:lt2>
      <a:accent1>
        <a:srgbClr val="F9B000"/>
      </a:accent1>
      <a:accent2>
        <a:srgbClr val="004C8D"/>
      </a:accent2>
      <a:accent3>
        <a:srgbClr val="DAE0B9"/>
      </a:accent3>
      <a:accent4>
        <a:srgbClr val="FFD961"/>
      </a:accent4>
      <a:accent5>
        <a:srgbClr val="8AB2DB"/>
      </a:accent5>
      <a:accent6>
        <a:srgbClr val="7DBD7B"/>
      </a:accent6>
      <a:hlink>
        <a:srgbClr val="2198FF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Kantoorthema">
  <a:themeElements>
    <a:clrScheme name="_Noordhoff_G&amp;R14">
      <a:dk1>
        <a:srgbClr val="303030"/>
      </a:dk1>
      <a:lt1>
        <a:sysClr val="window" lastClr="FFFFFF"/>
      </a:lt1>
      <a:dk2>
        <a:srgbClr val="44546A"/>
      </a:dk2>
      <a:lt2>
        <a:srgbClr val="EAEECD"/>
      </a:lt2>
      <a:accent1>
        <a:srgbClr val="F9B000"/>
      </a:accent1>
      <a:accent2>
        <a:srgbClr val="004C8D"/>
      </a:accent2>
      <a:accent3>
        <a:srgbClr val="DAE0B9"/>
      </a:accent3>
      <a:accent4>
        <a:srgbClr val="FFD961"/>
      </a:accent4>
      <a:accent5>
        <a:srgbClr val="8AB2DB"/>
      </a:accent5>
      <a:accent6>
        <a:srgbClr val="7DBD7B"/>
      </a:accent6>
      <a:hlink>
        <a:srgbClr val="2198FF"/>
      </a:hlink>
      <a:folHlink>
        <a:srgbClr val="954F72"/>
      </a:folHlink>
    </a:clrScheme>
    <a:fontScheme name="_Noordhoff_GR14">
      <a:majorFont>
        <a:latin typeface="Tahoma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27e653b-d318-4ef3-ba38-8d23e212adcb">
      <Terms xmlns="http://schemas.microsoft.com/office/infopath/2007/PartnerControls"/>
    </lcf76f155ced4ddcb4097134ff3c332f>
    <TaxCatchAll xmlns="271569a7-1784-4b50-bede-f81c246730b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27E00D241C144988ED88ADD87E6DEF" ma:contentTypeVersion="13" ma:contentTypeDescription="Een nieuw document maken." ma:contentTypeScope="" ma:versionID="decac9ff74878720105b1aeff07df72a">
  <xsd:schema xmlns:xsd="http://www.w3.org/2001/XMLSchema" xmlns:xs="http://www.w3.org/2001/XMLSchema" xmlns:p="http://schemas.microsoft.com/office/2006/metadata/properties" xmlns:ns2="d27e653b-d318-4ef3-ba38-8d23e212adcb" xmlns:ns3="271569a7-1784-4b50-bede-f81c246730b5" targetNamespace="http://schemas.microsoft.com/office/2006/metadata/properties" ma:root="true" ma:fieldsID="5c68a0db746ce7de69ea717b1ef40e20" ns2:_="" ns3:_="">
    <xsd:import namespace="d27e653b-d318-4ef3-ba38-8d23e212adcb"/>
    <xsd:import namespace="271569a7-1784-4b50-bede-f81c246730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7e653b-d318-4ef3-ba38-8d23e212ad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Afbeeldingtags" ma:readOnly="false" ma:fieldId="{5cf76f15-5ced-4ddc-b409-7134ff3c332f}" ma:taxonomyMulti="true" ma:sspId="4834726b-8307-46c9-bb2c-7bd1e590fdb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1569a7-1784-4b50-bede-f81c246730b5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cbb85f3a-1f98-426a-95ca-7169bd032e04}" ma:internalName="TaxCatchAll" ma:showField="CatchAllData" ma:web="271569a7-1784-4b50-bede-f81c246730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64C4E7A-E4B6-4A32-8CEB-6FECCB43B894}">
  <ds:schemaRefs>
    <ds:schemaRef ds:uri="http://purl.org/dc/terms/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271569a7-1784-4b50-bede-f81c246730b5"/>
    <ds:schemaRef ds:uri="d27e653b-d318-4ef3-ba38-8d23e212adcb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010AD2F-0E4B-48DC-B390-525D2342157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27e653b-d318-4ef3-ba38-8d23e212adcb"/>
    <ds:schemaRef ds:uri="271569a7-1784-4b50-bede-f81c246730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056D82F-7AE4-4AFC-9CDB-51F3C5B87C7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vFF_GR14_BasisPowerPoint</Template>
  <TotalTime>91</TotalTime>
  <Words>312</Words>
  <Application>Microsoft Office PowerPoint</Application>
  <PresentationFormat>Breedbeeld</PresentationFormat>
  <Paragraphs>73</Paragraphs>
  <Slides>8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8</vt:i4>
      </vt:variant>
    </vt:vector>
  </HeadingPairs>
  <TitlesOfParts>
    <vt:vector size="13" baseType="lpstr">
      <vt:lpstr>Calibri</vt:lpstr>
      <vt:lpstr>Arial</vt:lpstr>
      <vt:lpstr>Times New Roman</vt:lpstr>
      <vt:lpstr>Tahoma</vt:lpstr>
      <vt:lpstr>G&amp;R14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Hendrik Jan Smit</dc:creator>
  <dc:description/>
  <cp:lastModifiedBy>David Hoksbergen</cp:lastModifiedBy>
  <cp:revision>8</cp:revision>
  <dcterms:created xsi:type="dcterms:W3CDTF">2025-10-30T11:27:28Z</dcterms:created>
  <dcterms:modified xsi:type="dcterms:W3CDTF">2026-02-24T08:06:02Z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0x0101007527E00D241C144988ED88ADD87E6DEF</vt:lpwstr>
  </property>
  <property fmtid="{D5CDD505-2E9C-101B-9397-08002B2CF9AE}" pid="3" name="MediaServiceImageTags">
    <vt:lpwstr/>
  </property>
</Properties>
</file>