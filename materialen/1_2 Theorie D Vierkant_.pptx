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0" r:id="rId5"/>
    <p:sldId id="274" r:id="rId6"/>
    <p:sldId id="275" r:id="rId7"/>
    <p:sldId id="276" r:id="rId8"/>
    <p:sldId id="269" r:id="rId9"/>
    <p:sldId id="278" r:id="rId10"/>
    <p:sldId id="279" r:id="rId11"/>
    <p:sldId id="277" r:id="rId12"/>
    <p:sldId id="272" r:id="rId13"/>
    <p:sldId id="280" r:id="rId14"/>
  </p:sldIdLst>
  <p:sldSz cx="12192000" cy="6858000"/>
  <p:notesSz cx="6858000" cy="9144000"/>
  <p:embeddedFontLst>
    <p:embeddedFont>
      <p:font typeface="Tahoma" panose="020B0604030504040204" pitchFamily="34" charset="0"/>
      <p:regular r:id="rId17"/>
      <p:bold r:id="rId18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9FF"/>
    <a:srgbClr val="E74264"/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864F05-CC9D-411B-BD12-C9344EE904BC}" v="3" dt="2026-02-24T08:06:50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06:50.038" v="1" actId="207"/>
      <pc:docMkLst>
        <pc:docMk/>
      </pc:docMkLst>
      <pc:sldChg chg="modSp mod">
        <pc:chgData name="David Hoksbergen" userId="fea57724-933b-4009-85de-d6e631dbc231" providerId="ADAL" clId="{0593DD17-017D-4879-923D-48F6DB4E361D}" dt="2026-02-24T08:06:50.038" v="1" actId="207"/>
        <pc:sldMkLst>
          <pc:docMk/>
          <pc:sldMk cId="709205611" sldId="280"/>
        </pc:sldMkLst>
        <pc:spChg chg="mod">
          <ac:chgData name="David Hoksbergen" userId="fea57724-933b-4009-85de-d6e631dbc231" providerId="ADAL" clId="{0593DD17-017D-4879-923D-48F6DB4E361D}" dt="2026-02-24T08:06:50.038" v="1" actId="207"/>
          <ac:spMkLst>
            <pc:docMk/>
            <pc:sldMk cId="709205611" sldId="280"/>
            <ac:spMk id="16" creationId="{7D6B9641-6BBD-9682-95C9-C080383BD49F}"/>
          </ac:spMkLst>
        </pc:spChg>
        <pc:spChg chg="mod">
          <ac:chgData name="David Hoksbergen" userId="fea57724-933b-4009-85de-d6e631dbc231" providerId="ADAL" clId="{0593DD17-017D-4879-923D-48F6DB4E361D}" dt="2026-02-24T08:06:50.038" v="1" actId="207"/>
          <ac:spMkLst>
            <pc:docMk/>
            <pc:sldMk cId="709205611" sldId="280"/>
            <ac:spMk id="17" creationId="{EE472967-BAA5-4F17-9F86-2AC1B2050ADB}"/>
          </ac:spMkLst>
        </pc:spChg>
        <pc:spChg chg="mod">
          <ac:chgData name="David Hoksbergen" userId="fea57724-933b-4009-85de-d6e631dbc231" providerId="ADAL" clId="{0593DD17-017D-4879-923D-48F6DB4E361D}" dt="2026-02-24T08:06:50.038" v="1" actId="207"/>
          <ac:spMkLst>
            <pc:docMk/>
            <pc:sldMk cId="709205611" sldId="280"/>
            <ac:spMk id="18" creationId="{38AEFD48-CA2C-32C4-F9EB-7E8CC38B5791}"/>
          </ac:spMkLst>
        </pc:spChg>
        <pc:spChg chg="mod">
          <ac:chgData name="David Hoksbergen" userId="fea57724-933b-4009-85de-d6e631dbc231" providerId="ADAL" clId="{0593DD17-017D-4879-923D-48F6DB4E361D}" dt="2026-02-24T08:06:50.038" v="1" actId="207"/>
          <ac:spMkLst>
            <pc:docMk/>
            <pc:sldMk cId="709205611" sldId="280"/>
            <ac:spMk id="19" creationId="{86E76FB8-5E47-6F32-B074-200DBC4EBF69}"/>
          </ac:spMkLst>
        </pc:spChg>
        <pc:cxnChg chg="mod">
          <ac:chgData name="David Hoksbergen" userId="fea57724-933b-4009-85de-d6e631dbc231" providerId="ADAL" clId="{0593DD17-017D-4879-923D-48F6DB4E361D}" dt="2026-02-24T08:06:45.434" v="0" actId="208"/>
          <ac:cxnSpMkLst>
            <pc:docMk/>
            <pc:sldMk cId="709205611" sldId="280"/>
            <ac:cxnSpMk id="12" creationId="{F840233F-73F9-05E1-32AF-84E9A87453A9}"/>
          </ac:cxnSpMkLst>
        </pc:cxnChg>
        <pc:cxnChg chg="mod">
          <ac:chgData name="David Hoksbergen" userId="fea57724-933b-4009-85de-d6e631dbc231" providerId="ADAL" clId="{0593DD17-017D-4879-923D-48F6DB4E361D}" dt="2026-02-24T08:06:45.434" v="0" actId="208"/>
          <ac:cxnSpMkLst>
            <pc:docMk/>
            <pc:sldMk cId="709205611" sldId="280"/>
            <ac:cxnSpMk id="13" creationId="{A081041C-3E41-FAB7-2A30-1AE5269FA2A6}"/>
          </ac:cxnSpMkLst>
        </pc:cxnChg>
        <pc:cxnChg chg="mod">
          <ac:chgData name="David Hoksbergen" userId="fea57724-933b-4009-85de-d6e631dbc231" providerId="ADAL" clId="{0593DD17-017D-4879-923D-48F6DB4E361D}" dt="2026-02-24T08:06:45.434" v="0" actId="208"/>
          <ac:cxnSpMkLst>
            <pc:docMk/>
            <pc:sldMk cId="709205611" sldId="280"/>
            <ac:cxnSpMk id="14" creationId="{1B3D15CA-5836-152C-90C7-66DF95FAADDA}"/>
          </ac:cxnSpMkLst>
        </pc:cxnChg>
        <pc:cxnChg chg="mod">
          <ac:chgData name="David Hoksbergen" userId="fea57724-933b-4009-85de-d6e631dbc231" providerId="ADAL" clId="{0593DD17-017D-4879-923D-48F6DB4E361D}" dt="2026-02-24T08:06:45.434" v="0" actId="208"/>
          <ac:cxnSpMkLst>
            <pc:docMk/>
            <pc:sldMk cId="709205611" sldId="280"/>
            <ac:cxnSpMk id="15" creationId="{7675F3AC-F5A6-8A00-2ED7-9BAD0DC44AA9}"/>
          </ac:cxnSpMkLst>
        </pc:cxnChg>
        <pc:cxnChg chg="mod">
          <ac:chgData name="David Hoksbergen" userId="fea57724-933b-4009-85de-d6e631dbc231" providerId="ADAL" clId="{0593DD17-017D-4879-923D-48F6DB4E361D}" dt="2026-02-24T08:06:45.434" v="0" actId="208"/>
          <ac:cxnSpMkLst>
            <pc:docMk/>
            <pc:sldMk cId="709205611" sldId="280"/>
            <ac:cxnSpMk id="21" creationId="{12F85518-7DF3-C474-F78A-8072B865B9A0}"/>
          </ac:cxnSpMkLst>
        </pc:cxnChg>
        <pc:cxnChg chg="mod">
          <ac:chgData name="David Hoksbergen" userId="fea57724-933b-4009-85de-d6e631dbc231" providerId="ADAL" clId="{0593DD17-017D-4879-923D-48F6DB4E361D}" dt="2026-02-24T08:06:45.434" v="0" actId="208"/>
          <ac:cxnSpMkLst>
            <pc:docMk/>
            <pc:sldMk cId="709205611" sldId="280"/>
            <ac:cxnSpMk id="25" creationId="{E529639C-5EF5-EBAF-BDC5-85E678F73071}"/>
          </ac:cxnSpMkLst>
        </pc:cxnChg>
      </pc:sldChg>
    </pc:docChg>
  </pc:docChgLst>
  <pc:docChgLst>
    <pc:chgData name="David Hoksbergen-Sulman" userId="fea57724-933b-4009-85de-d6e631dbc231" providerId="ADAL" clId="{0593DD17-017D-4879-923D-48F6DB4E361D}"/>
    <pc:docChg chg="undo custSel modSld">
      <pc:chgData name="David Hoksbergen-Sulman" userId="fea57724-933b-4009-85de-d6e631dbc231" providerId="ADAL" clId="{0593DD17-017D-4879-923D-48F6DB4E361D}" dt="2026-02-24T08:04:02.860" v="4" actId="208"/>
      <pc:docMkLst>
        <pc:docMk/>
      </pc:docMkLst>
      <pc:sldChg chg="modSp mod">
        <pc:chgData name="David Hoksbergen-Sulman" userId="fea57724-933b-4009-85de-d6e631dbc231" providerId="ADAL" clId="{0593DD17-017D-4879-923D-48F6DB4E361D}" dt="2026-02-24T08:04:02.860" v="4" actId="208"/>
        <pc:sldMkLst>
          <pc:docMk/>
          <pc:sldMk cId="709205611" sldId="280"/>
        </pc:sldMkLst>
        <pc:spChg chg="mod">
          <ac:chgData name="David Hoksbergen-Sulman" userId="fea57724-933b-4009-85de-d6e631dbc231" providerId="ADAL" clId="{0593DD17-017D-4879-923D-48F6DB4E361D}" dt="2026-02-24T08:03:48.475" v="2" actId="207"/>
          <ac:spMkLst>
            <pc:docMk/>
            <pc:sldMk cId="709205611" sldId="280"/>
            <ac:spMk id="16" creationId="{7D6B9641-6BBD-9682-95C9-C080383BD49F}"/>
          </ac:spMkLst>
        </pc:spChg>
        <pc:spChg chg="mod">
          <ac:chgData name="David Hoksbergen-Sulman" userId="fea57724-933b-4009-85de-d6e631dbc231" providerId="ADAL" clId="{0593DD17-017D-4879-923D-48F6DB4E361D}" dt="2026-02-24T08:03:48.475" v="2" actId="207"/>
          <ac:spMkLst>
            <pc:docMk/>
            <pc:sldMk cId="709205611" sldId="280"/>
            <ac:spMk id="17" creationId="{EE472967-BAA5-4F17-9F86-2AC1B2050ADB}"/>
          </ac:spMkLst>
        </pc:spChg>
        <pc:spChg chg="mod">
          <ac:chgData name="David Hoksbergen-Sulman" userId="fea57724-933b-4009-85de-d6e631dbc231" providerId="ADAL" clId="{0593DD17-017D-4879-923D-48F6DB4E361D}" dt="2026-02-24T08:03:48.475" v="2" actId="207"/>
          <ac:spMkLst>
            <pc:docMk/>
            <pc:sldMk cId="709205611" sldId="280"/>
            <ac:spMk id="18" creationId="{38AEFD48-CA2C-32C4-F9EB-7E8CC38B5791}"/>
          </ac:spMkLst>
        </pc:spChg>
        <pc:spChg chg="mod">
          <ac:chgData name="David Hoksbergen-Sulman" userId="fea57724-933b-4009-85de-d6e631dbc231" providerId="ADAL" clId="{0593DD17-017D-4879-923D-48F6DB4E361D}" dt="2026-02-24T08:03:48.475" v="2" actId="207"/>
          <ac:spMkLst>
            <pc:docMk/>
            <pc:sldMk cId="709205611" sldId="280"/>
            <ac:spMk id="19" creationId="{86E76FB8-5E47-6F32-B074-200DBC4EBF69}"/>
          </ac:spMkLst>
        </pc:spChg>
        <pc:cxnChg chg="mod">
          <ac:chgData name="David Hoksbergen-Sulman" userId="fea57724-933b-4009-85de-d6e631dbc231" providerId="ADAL" clId="{0593DD17-017D-4879-923D-48F6DB4E361D}" dt="2026-02-24T08:04:02.687" v="3" actId="208"/>
          <ac:cxnSpMkLst>
            <pc:docMk/>
            <pc:sldMk cId="709205611" sldId="280"/>
            <ac:cxnSpMk id="12" creationId="{F840233F-73F9-05E1-32AF-84E9A87453A9}"/>
          </ac:cxnSpMkLst>
        </pc:cxnChg>
        <pc:cxnChg chg="mod">
          <ac:chgData name="David Hoksbergen-Sulman" userId="fea57724-933b-4009-85de-d6e631dbc231" providerId="ADAL" clId="{0593DD17-017D-4879-923D-48F6DB4E361D}" dt="2026-02-24T08:04:02.687" v="3" actId="208"/>
          <ac:cxnSpMkLst>
            <pc:docMk/>
            <pc:sldMk cId="709205611" sldId="280"/>
            <ac:cxnSpMk id="13" creationId="{A081041C-3E41-FAB7-2A30-1AE5269FA2A6}"/>
          </ac:cxnSpMkLst>
        </pc:cxnChg>
        <pc:cxnChg chg="mod">
          <ac:chgData name="David Hoksbergen-Sulman" userId="fea57724-933b-4009-85de-d6e631dbc231" providerId="ADAL" clId="{0593DD17-017D-4879-923D-48F6DB4E361D}" dt="2026-02-24T08:04:02.860" v="4" actId="208"/>
          <ac:cxnSpMkLst>
            <pc:docMk/>
            <pc:sldMk cId="709205611" sldId="280"/>
            <ac:cxnSpMk id="14" creationId="{1B3D15CA-5836-152C-90C7-66DF95FAADDA}"/>
          </ac:cxnSpMkLst>
        </pc:cxnChg>
        <pc:cxnChg chg="mod">
          <ac:chgData name="David Hoksbergen-Sulman" userId="fea57724-933b-4009-85de-d6e631dbc231" providerId="ADAL" clId="{0593DD17-017D-4879-923D-48F6DB4E361D}" dt="2026-02-24T08:04:02.687" v="3" actId="208"/>
          <ac:cxnSpMkLst>
            <pc:docMk/>
            <pc:sldMk cId="709205611" sldId="280"/>
            <ac:cxnSpMk id="15" creationId="{7675F3AC-F5A6-8A00-2ED7-9BAD0DC44AA9}"/>
          </ac:cxnSpMkLst>
        </pc:cxnChg>
        <pc:cxnChg chg="mod">
          <ac:chgData name="David Hoksbergen-Sulman" userId="fea57724-933b-4009-85de-d6e631dbc231" providerId="ADAL" clId="{0593DD17-017D-4879-923D-48F6DB4E361D}" dt="2026-02-24T08:04:02.860" v="4" actId="208"/>
          <ac:cxnSpMkLst>
            <pc:docMk/>
            <pc:sldMk cId="709205611" sldId="280"/>
            <ac:cxnSpMk id="21" creationId="{12F85518-7DF3-C474-F78A-8072B865B9A0}"/>
          </ac:cxnSpMkLst>
        </pc:cxnChg>
        <pc:cxnChg chg="mod">
          <ac:chgData name="David Hoksbergen-Sulman" userId="fea57724-933b-4009-85de-d6e631dbc231" providerId="ADAL" clId="{0593DD17-017D-4879-923D-48F6DB4E361D}" dt="2026-02-24T08:04:02.860" v="4" actId="208"/>
          <ac:cxnSpMkLst>
            <pc:docMk/>
            <pc:sldMk cId="709205611" sldId="280"/>
            <ac:cxnSpMk id="25" creationId="{E529639C-5EF5-EBAF-BDC5-85E678F7307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1.2 Kubus en vierkant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D Vierkant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2125986"/>
            <a:ext cx="4638323" cy="1157401"/>
          </a:xfrm>
        </p:spPr>
        <p:txBody>
          <a:bodyPr/>
          <a:lstStyle/>
          <a:p>
            <a:pPr algn="l"/>
            <a:r>
              <a:rPr lang="nl-NL" dirty="0"/>
              <a:t>Zijn alle zijden even lang?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71383" y="4517615"/>
            <a:ext cx="939526" cy="1538127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4146" y="469011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4146" y="5359484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2729" y="5359484"/>
            <a:ext cx="594000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79079" y="469011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12" name="Afbeelding 11" descr="Afbeelding met plein, lijn, Rechthoek, Parallel&#10;&#10;Automatisch gegenereerde beschrijving">
            <a:extLst>
              <a:ext uri="{FF2B5EF4-FFF2-40B4-BE49-F238E27FC236}">
                <a16:creationId xmlns:a16="http://schemas.microsoft.com/office/drawing/2014/main" id="{8D08F597-3637-F9CA-A69D-05A92E83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079" y="1396132"/>
            <a:ext cx="2617110" cy="26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4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2125986"/>
            <a:ext cx="5247923" cy="1157401"/>
          </a:xfrm>
        </p:spPr>
        <p:txBody>
          <a:bodyPr/>
          <a:lstStyle/>
          <a:p>
            <a:pPr algn="l"/>
            <a:r>
              <a:rPr lang="nl-NL" dirty="0"/>
              <a:t>Zijn alle hoeken even groot?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71383" y="4517615"/>
            <a:ext cx="939526" cy="1572633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4146" y="469011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4146" y="5359484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2729" y="5359484"/>
            <a:ext cx="594000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79079" y="469011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12" name="Afbeelding 11" descr="Afbeelding met plein, lijn, Rechthoek, Parallel&#10;&#10;Automatisch gegenereerde beschrijving">
            <a:extLst>
              <a:ext uri="{FF2B5EF4-FFF2-40B4-BE49-F238E27FC236}">
                <a16:creationId xmlns:a16="http://schemas.microsoft.com/office/drawing/2014/main" id="{8D08F597-3637-F9CA-A69D-05A92E83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079" y="1396132"/>
            <a:ext cx="2617110" cy="26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6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8" y="2388163"/>
            <a:ext cx="8810884" cy="1157401"/>
          </a:xfrm>
        </p:spPr>
        <p:txBody>
          <a:bodyPr/>
          <a:lstStyle/>
          <a:p>
            <a:pPr algn="l"/>
            <a:r>
              <a:rPr lang="nl-NL" dirty="0"/>
              <a:t>Welke ruimtefiguur heeft 6 zijvlakken in de vorm van een vierkant?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4605" y="4600610"/>
            <a:ext cx="1608340" cy="1517747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33038" y="5359484"/>
            <a:ext cx="801608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balk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52186" y="5359484"/>
            <a:ext cx="1220478" cy="594000"/>
          </a:xfrm>
        </p:spPr>
        <p:txBody>
          <a:bodyPr>
            <a:noAutofit/>
          </a:bodyPr>
          <a:lstStyle/>
          <a:p>
            <a:r>
              <a:rPr lang="nl-NL" dirty="0">
                <a:latin typeface="+mn-lt"/>
              </a:rPr>
              <a:t>kubus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2999" y="5359484"/>
            <a:ext cx="1826732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piramide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43326" y="5359484"/>
            <a:ext cx="1315636" cy="594000"/>
          </a:xfrm>
        </p:spPr>
        <p:txBody>
          <a:bodyPr>
            <a:noAutofit/>
          </a:bodyPr>
          <a:lstStyle/>
          <a:p>
            <a:r>
              <a:rPr lang="nl-NL" dirty="0">
                <a:latin typeface="+mn-lt"/>
              </a:rPr>
              <a:t>prisma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58066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69"/>
            <a:ext cx="10297917" cy="5311009"/>
          </a:xfrm>
        </p:spPr>
        <p:txBody>
          <a:bodyPr>
            <a:normAutofit/>
          </a:bodyPr>
          <a:lstStyle/>
          <a:p>
            <a:r>
              <a:rPr lang="nl-NL" dirty="0"/>
              <a:t>Een kubus heeft 6 zijvlakken. Elk zijvlak heeft de vorm van een vierkant.</a:t>
            </a:r>
          </a:p>
          <a:p>
            <a:r>
              <a:rPr lang="nl-NL" dirty="0"/>
              <a:t>Een kubus is een ruimtefiguur.</a:t>
            </a:r>
          </a:p>
          <a:p>
            <a:r>
              <a:rPr lang="nl-NL" dirty="0"/>
              <a:t>Een vierkant is een </a:t>
            </a:r>
            <a:r>
              <a:rPr lang="nl-NL" b="1" dirty="0">
                <a:solidFill>
                  <a:srgbClr val="2299FF"/>
                </a:solidFill>
              </a:rPr>
              <a:t>vlakke figuur</a:t>
            </a:r>
            <a:r>
              <a:rPr lang="nl-NL" dirty="0"/>
              <a:t>.</a:t>
            </a:r>
          </a:p>
          <a:p>
            <a:endParaRPr lang="nl-NL" sz="800" dirty="0"/>
          </a:p>
          <a:p>
            <a:r>
              <a:rPr lang="nl-NL" dirty="0"/>
              <a:t>Een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vierkant</a:t>
            </a:r>
            <a:r>
              <a:rPr lang="nl-NL" dirty="0"/>
              <a:t> heeft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4 even lange zijden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4 hoekpunten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4 rechte hoeken. 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8EFBA590-E80B-136A-8838-920440662D64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D Vierkant</a:t>
            </a:r>
          </a:p>
        </p:txBody>
      </p:sp>
      <p:pic>
        <p:nvPicPr>
          <p:cNvPr id="5" name="Afbeelding 4" descr="Afbeelding met tekst, schermopname, diagram, Rechthoek&#10;&#10;Automatisch gegenereerde beschrijving">
            <a:extLst>
              <a:ext uri="{FF2B5EF4-FFF2-40B4-BE49-F238E27FC236}">
                <a16:creationId xmlns:a16="http://schemas.microsoft.com/office/drawing/2014/main" id="{6CF97EAE-4FBF-67E9-E46C-4651B7C9CE5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26022" y="2467451"/>
            <a:ext cx="3518567" cy="315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10297917" cy="4827930"/>
          </a:xfrm>
        </p:spPr>
        <p:txBody>
          <a:bodyPr>
            <a:normAutofit/>
          </a:bodyPr>
          <a:lstStyle/>
          <a:p>
            <a:r>
              <a:rPr lang="nl-NL" dirty="0"/>
              <a:t>In elke hoek van het vierkant hiernaast zie je</a:t>
            </a:r>
            <a:r>
              <a:rPr lang="nl-NL" dirty="0">
                <a:solidFill>
                  <a:srgbClr val="E74264"/>
                </a:solidFill>
              </a:rPr>
              <a:t>⌝</a:t>
            </a:r>
            <a:r>
              <a:rPr lang="nl-NL" dirty="0"/>
              <a:t>.</a:t>
            </a:r>
          </a:p>
          <a:p>
            <a:r>
              <a:rPr lang="nl-NL" dirty="0"/>
              <a:t>Dit is het </a:t>
            </a:r>
            <a:r>
              <a:rPr lang="nl-NL" b="1" dirty="0" err="1">
                <a:solidFill>
                  <a:srgbClr val="2299FF"/>
                </a:solidFill>
              </a:rPr>
              <a:t>rechtehoekteken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Bij de hoekpunten van het vierkant</a:t>
            </a:r>
            <a:br>
              <a:rPr lang="nl-NL" dirty="0"/>
            </a:br>
            <a:r>
              <a:rPr lang="nl-NL" dirty="0"/>
              <a:t>hiernaast zie je de hoofdletters</a:t>
            </a:r>
            <a:br>
              <a:rPr lang="nl-NL" dirty="0"/>
            </a:br>
            <a:r>
              <a:rPr lang="nl-NL" i="1" dirty="0"/>
              <a:t>A</a:t>
            </a:r>
            <a:r>
              <a:rPr lang="nl-NL" dirty="0"/>
              <a:t>, </a:t>
            </a:r>
            <a:r>
              <a:rPr lang="nl-NL" i="1" dirty="0"/>
              <a:t>B</a:t>
            </a:r>
            <a:r>
              <a:rPr lang="nl-NL" dirty="0"/>
              <a:t>, </a:t>
            </a:r>
            <a:r>
              <a:rPr lang="nl-NL" i="1" dirty="0"/>
              <a:t>C</a:t>
            </a:r>
            <a:r>
              <a:rPr lang="nl-NL" dirty="0"/>
              <a:t> en </a:t>
            </a:r>
            <a:r>
              <a:rPr lang="nl-NL" i="1" dirty="0"/>
              <a:t>D</a:t>
            </a:r>
            <a:r>
              <a:rPr lang="nl-NL" dirty="0"/>
              <a:t>.</a:t>
            </a:r>
          </a:p>
          <a:p>
            <a:r>
              <a:rPr lang="nl-NL" dirty="0"/>
              <a:t>Dit vierkant heet </a:t>
            </a:r>
            <a:r>
              <a:rPr lang="nl-NL" i="1" dirty="0"/>
              <a:t>vierkant ABCD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Zijde </a:t>
            </a:r>
            <a:r>
              <a:rPr lang="nl-NL" i="1" dirty="0"/>
              <a:t>AB</a:t>
            </a:r>
            <a:r>
              <a:rPr lang="nl-NL" dirty="0"/>
              <a:t> is blauw gekleurd.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8EFBA590-E80B-136A-8838-920440662D64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D Vierkant</a:t>
            </a:r>
          </a:p>
        </p:txBody>
      </p:sp>
      <p:pic>
        <p:nvPicPr>
          <p:cNvPr id="5" name="Afbeelding 4" descr="Afbeelding met tekst, schermopname, diagram, Rechthoek&#10;&#10;Automatisch gegenereerde beschrijving">
            <a:extLst>
              <a:ext uri="{FF2B5EF4-FFF2-40B4-BE49-F238E27FC236}">
                <a16:creationId xmlns:a16="http://schemas.microsoft.com/office/drawing/2014/main" id="{6CF97EAE-4FBF-67E9-E46C-4651B7C9CE5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97697" y="2355484"/>
            <a:ext cx="3518567" cy="3151440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D4846527-D8C6-1817-EAD6-4E570EEE2098}"/>
              </a:ext>
            </a:extLst>
          </p:cNvPr>
          <p:cNvSpPr/>
          <p:nvPr/>
        </p:nvSpPr>
        <p:spPr>
          <a:xfrm>
            <a:off x="8158039" y="4994694"/>
            <a:ext cx="2199860" cy="45719"/>
          </a:xfrm>
          <a:prstGeom prst="rect">
            <a:avLst/>
          </a:prstGeom>
          <a:solidFill>
            <a:srgbClr val="22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752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69"/>
            <a:ext cx="10297917" cy="5300979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Wanneer je zelf een vierkant tekent, gebruik je een </a:t>
            </a:r>
            <a:r>
              <a:rPr lang="nl-NL" b="1" dirty="0">
                <a:solidFill>
                  <a:srgbClr val="2299FF"/>
                </a:solidFill>
              </a:rPr>
              <a:t>geodriehoek</a:t>
            </a:r>
            <a:r>
              <a:rPr lang="nl-NL" dirty="0"/>
              <a:t>.</a:t>
            </a:r>
          </a:p>
          <a:p>
            <a:br>
              <a:rPr lang="nl-NL" dirty="0"/>
            </a:br>
            <a:r>
              <a:rPr lang="nl-NL" dirty="0"/>
              <a:t>Een geodriehoek heeft een 0 in</a:t>
            </a:r>
          </a:p>
          <a:p>
            <a:r>
              <a:rPr lang="nl-NL" dirty="0"/>
              <a:t>het midden.</a:t>
            </a:r>
          </a:p>
          <a:p>
            <a:r>
              <a:rPr lang="nl-NL" dirty="0"/>
              <a:t>Je tekent altijd vanaf de 0.</a:t>
            </a:r>
          </a:p>
          <a:p>
            <a:endParaRPr lang="nl-NL" dirty="0"/>
          </a:p>
          <a:p>
            <a:r>
              <a:rPr lang="nl-NL" dirty="0"/>
              <a:t>Bij het hoekpunt linksonder zet je</a:t>
            </a:r>
          </a:p>
          <a:p>
            <a:r>
              <a:rPr lang="nl-NL" dirty="0"/>
              <a:t>de hoofdletter </a:t>
            </a:r>
            <a:r>
              <a:rPr lang="nl-NL" i="1" dirty="0"/>
              <a:t>A</a:t>
            </a:r>
            <a:r>
              <a:rPr lang="nl-NL" dirty="0"/>
              <a:t>.</a:t>
            </a:r>
          </a:p>
          <a:p>
            <a:r>
              <a:rPr lang="nl-NL" dirty="0"/>
              <a:t>Je gaat rechtsom en zet de</a:t>
            </a:r>
          </a:p>
          <a:p>
            <a:r>
              <a:rPr lang="nl-NL" dirty="0"/>
              <a:t>hoofdletters </a:t>
            </a:r>
            <a:r>
              <a:rPr lang="nl-NL" i="1" dirty="0"/>
              <a:t>B</a:t>
            </a:r>
            <a:r>
              <a:rPr lang="nl-NL" dirty="0"/>
              <a:t>, </a:t>
            </a:r>
            <a:r>
              <a:rPr lang="nl-NL" i="1" dirty="0"/>
              <a:t>C</a:t>
            </a:r>
            <a:r>
              <a:rPr lang="nl-NL" dirty="0"/>
              <a:t> en </a:t>
            </a:r>
            <a:r>
              <a:rPr lang="nl-NL" i="1" dirty="0"/>
              <a:t>D</a:t>
            </a:r>
            <a:r>
              <a:rPr lang="nl-NL" dirty="0"/>
              <a:t> bij de</a:t>
            </a:r>
          </a:p>
          <a:p>
            <a:r>
              <a:rPr lang="nl-NL" dirty="0"/>
              <a:t>hoekpunten.</a:t>
            </a:r>
          </a:p>
          <a:p>
            <a:endParaRPr lang="nl-NL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8EFBA590-E80B-136A-8838-920440662D64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D Vierkant</a:t>
            </a:r>
          </a:p>
        </p:txBody>
      </p:sp>
      <p:pic>
        <p:nvPicPr>
          <p:cNvPr id="8" name="Afbeelding 7" descr="Afbeelding met diagram, schets, tekening, lijn&#10;&#10;Automatisch gegenereerde beschrijving">
            <a:extLst>
              <a:ext uri="{FF2B5EF4-FFF2-40B4-BE49-F238E27FC236}">
                <a16:creationId xmlns:a16="http://schemas.microsoft.com/office/drawing/2014/main" id="{A9FC6488-74C2-E033-8853-575117064C6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4937" y="1918756"/>
            <a:ext cx="5381584" cy="420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10668313" cy="3951630"/>
          </a:xfrm>
        </p:spPr>
        <p:txBody>
          <a:bodyPr>
            <a:normAutofit/>
          </a:bodyPr>
          <a:lstStyle/>
          <a:p>
            <a:r>
              <a:rPr lang="nl-NL" dirty="0"/>
              <a:t>In vierkant </a:t>
            </a:r>
            <a:r>
              <a:rPr lang="nl-NL" i="1" dirty="0"/>
              <a:t>PQRS</a:t>
            </a:r>
            <a:r>
              <a:rPr lang="nl-NL" dirty="0"/>
              <a:t> zijn </a:t>
            </a:r>
            <a:r>
              <a:rPr lang="nl-NL" b="1" dirty="0">
                <a:solidFill>
                  <a:srgbClr val="2299FF"/>
                </a:solidFill>
              </a:rPr>
              <a:t>diagonaal</a:t>
            </a:r>
            <a:r>
              <a:rPr lang="nl-NL" dirty="0"/>
              <a:t> </a:t>
            </a:r>
            <a:r>
              <a:rPr lang="nl-NL" i="1" dirty="0"/>
              <a:t>PR </a:t>
            </a:r>
            <a:r>
              <a:rPr lang="nl-NL" dirty="0"/>
              <a:t>en diagonaal </a:t>
            </a:r>
            <a:r>
              <a:rPr lang="nl-NL" i="1" dirty="0"/>
              <a:t>QS</a:t>
            </a:r>
            <a:r>
              <a:rPr lang="nl-NL" dirty="0"/>
              <a:t> getekend.</a:t>
            </a:r>
          </a:p>
          <a:p>
            <a:br>
              <a:rPr lang="nl-NL" dirty="0"/>
            </a:br>
            <a:r>
              <a:rPr lang="nl-NL" dirty="0"/>
              <a:t>Een diagonaal verbindt twee hoekpunten</a:t>
            </a:r>
            <a:br>
              <a:rPr lang="nl-NL" dirty="0"/>
            </a:br>
            <a:r>
              <a:rPr lang="nl-NL" dirty="0"/>
              <a:t>die schuin tegenover elkaar liggen.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b="1" dirty="0"/>
              <a:t>Leerdoel</a:t>
            </a:r>
            <a:r>
              <a:rPr lang="nl-NL" dirty="0"/>
              <a:t>  Je kunt een vierkant met diagonalen tekenen.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8EFBA590-E80B-136A-8838-920440662D64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D Vierkant</a:t>
            </a:r>
          </a:p>
        </p:txBody>
      </p:sp>
      <p:pic>
        <p:nvPicPr>
          <p:cNvPr id="5" name="Afbeelding 4" descr="Afbeelding met lijn, diagram, driehoek, origami&#10;&#10;Automatisch gegenereerde beschrijving">
            <a:extLst>
              <a:ext uri="{FF2B5EF4-FFF2-40B4-BE49-F238E27FC236}">
                <a16:creationId xmlns:a16="http://schemas.microsoft.com/office/drawing/2014/main" id="{16FA85A6-154A-8E2C-9ABE-20FBD553428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41720" y="2369047"/>
            <a:ext cx="3131128" cy="32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2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6147946" cy="739260"/>
          </a:xfrm>
        </p:spPr>
        <p:txBody>
          <a:bodyPr>
            <a:normAutofit fontScale="92500"/>
          </a:bodyPr>
          <a:lstStyle/>
          <a:p>
            <a:r>
              <a:rPr lang="nl-NL" dirty="0"/>
              <a:t>Testopgave Vierkant </a:t>
            </a:r>
            <a:r>
              <a:rPr lang="nl-NL" i="1" dirty="0"/>
              <a:t>KLMN</a:t>
            </a:r>
            <a:r>
              <a:rPr lang="nl-NL" dirty="0"/>
              <a:t> (blz. 27)</a:t>
            </a:r>
            <a:endParaRPr lang="nl-NL" i="1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8324497" cy="4186752"/>
          </a:xfrm>
        </p:spPr>
        <p:txBody>
          <a:bodyPr/>
          <a:lstStyle/>
          <a:p>
            <a:r>
              <a:rPr lang="nl-NL" dirty="0"/>
              <a:t>Teken vierkant </a:t>
            </a:r>
            <a:r>
              <a:rPr lang="nl-NL" i="1" dirty="0"/>
              <a:t>KLMN</a:t>
            </a:r>
            <a:r>
              <a:rPr lang="nl-NL" dirty="0"/>
              <a:t> met zijden van 4,5 cm.</a:t>
            </a:r>
          </a:p>
          <a:p>
            <a:r>
              <a:rPr lang="nl-NL" dirty="0"/>
              <a:t>Teken de diagonalen in het vierkant.</a:t>
            </a:r>
          </a:p>
        </p:txBody>
      </p:sp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518880" cy="739260"/>
          </a:xfrm>
        </p:spPr>
        <p:txBody>
          <a:bodyPr>
            <a:normAutofit/>
          </a:bodyPr>
          <a:lstStyle/>
          <a:p>
            <a:r>
              <a:rPr lang="nl-NL" sz="3000" dirty="0"/>
              <a:t>Testopgave Vierkant </a:t>
            </a:r>
            <a:r>
              <a:rPr lang="nl-NL" sz="3000" i="1" dirty="0"/>
              <a:t>KLMN</a:t>
            </a:r>
            <a:r>
              <a:rPr lang="nl-NL" sz="3000" dirty="0"/>
              <a:t> (blz. 27)</a:t>
            </a:r>
            <a:endParaRPr lang="nl-NL" sz="3000" i="1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8324497" cy="4186752"/>
          </a:xfrm>
        </p:spPr>
        <p:txBody>
          <a:bodyPr/>
          <a:lstStyle/>
          <a:p>
            <a:r>
              <a:rPr lang="nl-NL" dirty="0"/>
              <a:t>Teken vierkant </a:t>
            </a:r>
            <a:r>
              <a:rPr lang="nl-NL" i="1" dirty="0"/>
              <a:t>KLMN</a:t>
            </a:r>
            <a:r>
              <a:rPr lang="nl-NL" dirty="0"/>
              <a:t> met zijden van 4,5 cm.</a:t>
            </a:r>
          </a:p>
          <a:p>
            <a:r>
              <a:rPr lang="nl-NL" dirty="0"/>
              <a:t>Teken de diagonalen in </a:t>
            </a:r>
            <a:br>
              <a:rPr lang="nl-NL" dirty="0"/>
            </a:br>
            <a:r>
              <a:rPr lang="nl-NL" dirty="0"/>
              <a:t>het vierkant.</a:t>
            </a:r>
          </a:p>
          <a:p>
            <a:pPr marL="0" indent="0">
              <a:buNone/>
            </a:pPr>
            <a:r>
              <a:rPr lang="nl-NL" dirty="0"/>
              <a:t>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330D3DF-505D-3A71-F796-066B2AC118EA}"/>
              </a:ext>
            </a:extLst>
          </p:cNvPr>
          <p:cNvSpPr txBox="1"/>
          <p:nvPr/>
        </p:nvSpPr>
        <p:spPr>
          <a:xfrm>
            <a:off x="290019" y="1916444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2p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3CADE219-D75C-DD77-5517-8AAC24FDFDB4}"/>
              </a:ext>
            </a:extLst>
          </p:cNvPr>
          <p:cNvSpPr txBox="1"/>
          <p:nvPr/>
        </p:nvSpPr>
        <p:spPr>
          <a:xfrm>
            <a:off x="283531" y="2406493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FB9A1D62-DB32-7A2D-A16E-CDA88FE28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14617"/>
              </p:ext>
            </p:extLst>
          </p:nvPr>
        </p:nvGraphicFramePr>
        <p:xfrm>
          <a:off x="7218754" y="2660434"/>
          <a:ext cx="3672000" cy="36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8027112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55962483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4476323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42103918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68543465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1353626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89382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2362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18866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72406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335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842966"/>
                  </a:ext>
                </a:extLst>
              </a:tr>
            </a:tbl>
          </a:graphicData>
        </a:graphic>
      </p:graphicFrame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F840233F-73F9-05E1-32AF-84E9A87453A9}"/>
              </a:ext>
            </a:extLst>
          </p:cNvPr>
          <p:cNvCxnSpPr/>
          <p:nvPr/>
        </p:nvCxnSpPr>
        <p:spPr>
          <a:xfrm>
            <a:off x="7828384" y="5719665"/>
            <a:ext cx="27525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A081041C-3E41-FAB7-2A30-1AE5269FA2A6}"/>
              </a:ext>
            </a:extLst>
          </p:cNvPr>
          <p:cNvCxnSpPr>
            <a:cxnSpLocks/>
          </p:cNvCxnSpPr>
          <p:nvPr/>
        </p:nvCxnSpPr>
        <p:spPr>
          <a:xfrm rot="5400000">
            <a:off x="9185914" y="4343535"/>
            <a:ext cx="279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1B3D15CA-5836-152C-90C7-66DF95FAADDA}"/>
              </a:ext>
            </a:extLst>
          </p:cNvPr>
          <p:cNvCxnSpPr>
            <a:cxnSpLocks/>
          </p:cNvCxnSpPr>
          <p:nvPr/>
        </p:nvCxnSpPr>
        <p:spPr>
          <a:xfrm flipH="1">
            <a:off x="7828384" y="2948574"/>
            <a:ext cx="1" cy="279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7675F3AC-F5A6-8A00-2ED7-9BAD0DC44AA9}"/>
              </a:ext>
            </a:extLst>
          </p:cNvPr>
          <p:cNvCxnSpPr>
            <a:cxnSpLocks/>
          </p:cNvCxnSpPr>
          <p:nvPr/>
        </p:nvCxnSpPr>
        <p:spPr>
          <a:xfrm rot="10800000">
            <a:off x="7828384" y="2967135"/>
            <a:ext cx="27525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7D6B9641-6BBD-9682-95C9-C080383BD49F}"/>
              </a:ext>
            </a:extLst>
          </p:cNvPr>
          <p:cNvSpPr txBox="1"/>
          <p:nvPr/>
        </p:nvSpPr>
        <p:spPr>
          <a:xfrm>
            <a:off x="7518544" y="5669081"/>
            <a:ext cx="5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EE472967-BAA5-4F17-9F86-2AC1B2050ADB}"/>
              </a:ext>
            </a:extLst>
          </p:cNvPr>
          <p:cNvSpPr txBox="1"/>
          <p:nvPr/>
        </p:nvSpPr>
        <p:spPr>
          <a:xfrm>
            <a:off x="10481978" y="5673697"/>
            <a:ext cx="5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8AEFD48-CA2C-32C4-F9EB-7E8CC38B5791}"/>
              </a:ext>
            </a:extLst>
          </p:cNvPr>
          <p:cNvSpPr txBox="1"/>
          <p:nvPr/>
        </p:nvSpPr>
        <p:spPr>
          <a:xfrm>
            <a:off x="10533296" y="2660434"/>
            <a:ext cx="5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86E76FB8-5E47-6F32-B074-200DBC4EBF69}"/>
              </a:ext>
            </a:extLst>
          </p:cNvPr>
          <p:cNvSpPr txBox="1"/>
          <p:nvPr/>
        </p:nvSpPr>
        <p:spPr>
          <a:xfrm>
            <a:off x="7518543" y="2694460"/>
            <a:ext cx="5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12F85518-7DF3-C474-F78A-8072B865B9A0}"/>
              </a:ext>
            </a:extLst>
          </p:cNvPr>
          <p:cNvCxnSpPr>
            <a:cxnSpLocks/>
          </p:cNvCxnSpPr>
          <p:nvPr/>
        </p:nvCxnSpPr>
        <p:spPr>
          <a:xfrm>
            <a:off x="7828384" y="2960491"/>
            <a:ext cx="2752530" cy="27591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E529639C-5EF5-EBAF-BDC5-85E678F73071}"/>
              </a:ext>
            </a:extLst>
          </p:cNvPr>
          <p:cNvCxnSpPr>
            <a:cxnSpLocks/>
          </p:cNvCxnSpPr>
          <p:nvPr/>
        </p:nvCxnSpPr>
        <p:spPr>
          <a:xfrm rot="5400000">
            <a:off x="7831707" y="2963812"/>
            <a:ext cx="2752530" cy="27591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848078" y="4681808"/>
            <a:ext cx="2016928" cy="103785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 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nl-NL" dirty="0"/>
              <a:t> 1</a:t>
            </a:r>
          </a:p>
          <a:p>
            <a:r>
              <a:rPr lang="nl-NL" dirty="0"/>
              <a:t>2</a:t>
            </a:r>
          </a:p>
          <a:p>
            <a:r>
              <a:rPr lang="nl-N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920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17" grpId="0"/>
      <p:bldP spid="18" grpId="0"/>
      <p:bldP spid="19" grpId="0"/>
      <p:bldP spid="4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Props1.xml><?xml version="1.0" encoding="utf-8"?>
<ds:datastoreItem xmlns:ds="http://schemas.openxmlformats.org/officeDocument/2006/customXml" ds:itemID="{6A10BB76-5E71-482A-ABED-7B216530E1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4C4E7A-E4B6-4A32-8CEB-6FECCB43B894}">
  <ds:schemaRefs>
    <ds:schemaRef ds:uri="d27e653b-d318-4ef3-ba38-8d23e212adcb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71569a7-1784-4b50-bede-f81c246730b5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vFF_GR14_BasisPowerPoint</Template>
  <TotalTime>143</TotalTime>
  <Words>343</Words>
  <Application>Microsoft Office PowerPoint</Application>
  <PresentationFormat>Breedbeeld</PresentationFormat>
  <Paragraphs>81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Hendrik Jan Smit</dc:creator>
  <dc:description/>
  <cp:lastModifiedBy>David Hoksbergen</cp:lastModifiedBy>
  <cp:revision>22</cp:revision>
  <dcterms:created xsi:type="dcterms:W3CDTF">2025-10-29T14:58:20Z</dcterms:created>
  <dcterms:modified xsi:type="dcterms:W3CDTF">2026-02-24T08:06:50Z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