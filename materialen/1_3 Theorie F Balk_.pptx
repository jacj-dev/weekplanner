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20"/>
  </p:notesMasterIdLst>
  <p:handoutMasterIdLst>
    <p:handoutMasterId r:id="rId21"/>
  </p:handoutMasterIdLst>
  <p:sldIdLst>
    <p:sldId id="260" r:id="rId5"/>
    <p:sldId id="267" r:id="rId6"/>
    <p:sldId id="276" r:id="rId7"/>
    <p:sldId id="278" r:id="rId8"/>
    <p:sldId id="277" r:id="rId9"/>
    <p:sldId id="279" r:id="rId10"/>
    <p:sldId id="280" r:id="rId11"/>
    <p:sldId id="281" r:id="rId12"/>
    <p:sldId id="282" r:id="rId13"/>
    <p:sldId id="284" r:id="rId14"/>
    <p:sldId id="283" r:id="rId15"/>
    <p:sldId id="269" r:id="rId16"/>
    <p:sldId id="286" r:id="rId17"/>
    <p:sldId id="272" r:id="rId18"/>
    <p:sldId id="287" r:id="rId19"/>
  </p:sldIdLst>
  <p:sldSz cx="12192000" cy="6858000"/>
  <p:notesSz cx="6858000" cy="9144000"/>
  <p:embeddedFontLst>
    <p:embeddedFont>
      <p:font typeface="Tahoma" panose="020B0604030504040204" pitchFamily="34" charset="0"/>
      <p:regular r:id="rId22"/>
      <p:bold r:id="rId23"/>
    </p:embeddedFont>
  </p:embeddedFontLst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591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8D8D"/>
    <a:srgbClr val="9DC3E6"/>
    <a:srgbClr val="FFFF00"/>
    <a:srgbClr val="92D050"/>
    <a:srgbClr val="F9B000"/>
    <a:srgbClr val="A97D7E"/>
    <a:srgbClr val="EAEECD"/>
    <a:srgbClr val="E9EEC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2"/>
  </p:normalViewPr>
  <p:slideViewPr>
    <p:cSldViewPr snapToGrid="0" snapToObjects="1">
      <p:cViewPr varScale="1">
        <p:scale>
          <a:sx n="105" d="100"/>
          <a:sy n="105" d="100"/>
        </p:scale>
        <p:origin x="834" y="78"/>
      </p:cViewPr>
      <p:guideLst>
        <p:guide orient="horz" pos="259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 showGuides="1">
      <p:cViewPr varScale="1">
        <p:scale>
          <a:sx n="114" d="100"/>
          <a:sy n="114" d="100"/>
        </p:scale>
        <p:origin x="5094" y="12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2.fntdata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1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Hoksbergen" userId="fea57724-933b-4009-85de-d6e631dbc231" providerId="ADAL" clId="{0593DD17-017D-4879-923D-48F6DB4E361D}"/>
    <pc:docChg chg="modSld">
      <pc:chgData name="David Hoksbergen" userId="fea57724-933b-4009-85de-d6e631dbc231" providerId="ADAL" clId="{0593DD17-017D-4879-923D-48F6DB4E361D}" dt="2026-02-24T08:04:32.851" v="4" actId="1076"/>
      <pc:docMkLst>
        <pc:docMk/>
      </pc:docMkLst>
      <pc:sldChg chg="modSp mod">
        <pc:chgData name="David Hoksbergen" userId="fea57724-933b-4009-85de-d6e631dbc231" providerId="ADAL" clId="{0593DD17-017D-4879-923D-48F6DB4E361D}" dt="2026-02-24T08:04:32.851" v="4" actId="1076"/>
        <pc:sldMkLst>
          <pc:docMk/>
          <pc:sldMk cId="2758546749" sldId="287"/>
        </pc:sldMkLst>
        <pc:spChg chg="mod">
          <ac:chgData name="David Hoksbergen" userId="fea57724-933b-4009-85de-d6e631dbc231" providerId="ADAL" clId="{0593DD17-017D-4879-923D-48F6DB4E361D}" dt="2026-02-24T08:04:32.851" v="4" actId="1076"/>
          <ac:spMkLst>
            <pc:docMk/>
            <pc:sldMk cId="2758546749" sldId="287"/>
            <ac:spMk id="10" creationId="{521B4E7B-67F5-37C9-FB87-ECA48DB557E0}"/>
          </ac:spMkLst>
        </pc:spChg>
        <pc:spChg chg="mod">
          <ac:chgData name="David Hoksbergen" userId="fea57724-933b-4009-85de-d6e631dbc231" providerId="ADAL" clId="{0593DD17-017D-4879-923D-48F6DB4E361D}" dt="2026-02-24T08:04:32.851" v="4" actId="1076"/>
          <ac:spMkLst>
            <pc:docMk/>
            <pc:sldMk cId="2758546749" sldId="287"/>
            <ac:spMk id="11" creationId="{7E77551D-14A2-A97F-BF7C-98872BA21E67}"/>
          </ac:spMkLst>
        </pc:spChg>
        <pc:spChg chg="mod">
          <ac:chgData name="David Hoksbergen" userId="fea57724-933b-4009-85de-d6e631dbc231" providerId="ADAL" clId="{0593DD17-017D-4879-923D-48F6DB4E361D}" dt="2026-02-24T08:04:32.851" v="4" actId="1076"/>
          <ac:spMkLst>
            <pc:docMk/>
            <pc:sldMk cId="2758546749" sldId="287"/>
            <ac:spMk id="12" creationId="{A2B8DB20-F4E4-4EB4-B56A-9305C5A83690}"/>
          </ac:spMkLst>
        </pc:spChg>
        <pc:spChg chg="mod">
          <ac:chgData name="David Hoksbergen" userId="fea57724-933b-4009-85de-d6e631dbc231" providerId="ADAL" clId="{0593DD17-017D-4879-923D-48F6DB4E361D}" dt="2026-02-24T08:04:32.851" v="4" actId="1076"/>
          <ac:spMkLst>
            <pc:docMk/>
            <pc:sldMk cId="2758546749" sldId="287"/>
            <ac:spMk id="13" creationId="{B3E9A127-D418-4CBF-3C55-FF63F84D9D23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>
            <a:extLst>
              <a:ext uri="{FF2B5EF4-FFF2-40B4-BE49-F238E27FC236}">
                <a16:creationId xmlns:a16="http://schemas.microsoft.com/office/drawing/2014/main" id="{975A5E69-913D-7075-6B52-BB95972C9A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B5703471-C892-6EE2-6FF0-0BED184EEFF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89327-A3CF-4895-B006-55C5A6AF22C9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B563DAEE-1E0D-ABCF-577C-B65465E16BD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CF3A01E0-3A4E-AC81-B4A8-43675C649FC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A7E87E-B171-4B7C-85F2-E5C471F0458B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92477199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CFC7916-0C1F-9E4C-8031-A6DE60001303}" type="datetimeFigureOut">
              <a:rPr lang="nl-NL" smtClean="0"/>
              <a:t>24-2-2026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D1BB6A-67DD-4243-90C8-B0E8B04852BA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197524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jp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B231BDC9-80EB-54E4-A977-95A7CC6D059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1340" y="191770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1" spc="3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[paragraaftitel]</a:t>
            </a:r>
          </a:p>
        </p:txBody>
      </p:sp>
      <p:sp>
        <p:nvSpPr>
          <p:cNvPr id="8" name="Tijdelijke aanduiding voor tekst 4">
            <a:extLst>
              <a:ext uri="{FF2B5EF4-FFF2-40B4-BE49-F238E27FC236}">
                <a16:creationId xmlns:a16="http://schemas.microsoft.com/office/drawing/2014/main" id="{0F014B9D-1A94-2AA9-7354-1992B5089C2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1340" y="25209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spcBef>
                <a:spcPts val="0"/>
              </a:spcBef>
              <a:buNone/>
              <a:defRPr sz="2200" b="0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[theorietitel]</a:t>
            </a:r>
          </a:p>
        </p:txBody>
      </p:sp>
      <p:sp>
        <p:nvSpPr>
          <p:cNvPr id="9" name="Tijdelijke aanduiding voor voettekst 8">
            <a:extLst>
              <a:ext uri="{FF2B5EF4-FFF2-40B4-BE49-F238E27FC236}">
                <a16:creationId xmlns:a16="http://schemas.microsoft.com/office/drawing/2014/main" id="{C509AFD6-C618-02D1-BED3-9E5B4AF9C4F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468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ina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jdelijke aanduiding voor afbeelding 11">
            <a:extLst>
              <a:ext uri="{FF2B5EF4-FFF2-40B4-BE49-F238E27FC236}">
                <a16:creationId xmlns:a16="http://schemas.microsoft.com/office/drawing/2014/main" id="{2597BEC0-69EB-EB98-2287-0E07EB6023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711200"/>
            <a:ext cx="12192000" cy="6146800"/>
          </a:xfrm>
          <a:solidFill>
            <a:srgbClr val="EAEECD"/>
          </a:solidFill>
        </p:spPr>
        <p:txBody>
          <a:bodyPr lIns="108000"/>
          <a:lstStyle/>
          <a:p>
            <a:r>
              <a:rPr lang="nl-NL"/>
              <a:t>Klik op het pictogram als u een afbeelding wilt toevoegen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0B93250-60FB-99DB-E3E3-D937706A6B0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752" y="711200"/>
            <a:ext cx="2857498" cy="546100"/>
          </a:xfrm>
          <a:solidFill>
            <a:schemeClr val="accent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60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</a:t>
            </a:r>
            <a:r>
              <a:rPr lang="nl-NL" dirty="0" err="1"/>
              <a:t>leerjaar+niveau</a:t>
            </a:r>
            <a:r>
              <a:rPr lang="nl-NL" dirty="0"/>
              <a:t>]</a:t>
            </a:r>
          </a:p>
        </p:txBody>
      </p:sp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8EAF63B9-01C0-374D-59B4-A55C2D1CCFB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1340" y="1314450"/>
            <a:ext cx="5554660" cy="546100"/>
          </a:xfrm>
          <a:solidFill>
            <a:schemeClr val="bg1"/>
          </a:solidFill>
        </p:spPr>
        <p:txBody>
          <a:bodyPr lIns="126000" tIns="36000" anchor="ctr" anchorCtr="0">
            <a:normAutofit/>
          </a:bodyPr>
          <a:lstStyle>
            <a:lvl1pPr marL="0" indent="0"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[boek]</a:t>
            </a:r>
          </a:p>
        </p:txBody>
      </p:sp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56C76C2-6051-56CC-9460-A7698D001645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72153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23" name="Groep 22">
            <a:extLst>
              <a:ext uri="{FF2B5EF4-FFF2-40B4-BE49-F238E27FC236}">
                <a16:creationId xmlns:a16="http://schemas.microsoft.com/office/drawing/2014/main" id="{E96F2D68-B0F8-30A6-8B52-89B145A0813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24" name="Rechthoek: afgeronde hoeken 23">
              <a:extLst>
                <a:ext uri="{FF2B5EF4-FFF2-40B4-BE49-F238E27FC236}">
                  <a16:creationId xmlns:a16="http://schemas.microsoft.com/office/drawing/2014/main" id="{37BD1BCA-F340-AECA-7D36-D3F32D148666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25" name="Afbeelding 2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4C414373-FA17-2C08-ED94-511575935EF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839763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1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B33F8261-2593-C86D-C12A-1E2EEE75AF5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8301" y="1124873"/>
            <a:ext cx="401149" cy="401149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0">
            <a:no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  <a:lvl2pPr marL="457200" indent="0">
              <a:buNone/>
              <a:defRPr sz="100"/>
            </a:lvl2pPr>
            <a:lvl3pPr marL="914400" indent="0">
              <a:buNone/>
              <a:defRPr sz="100"/>
            </a:lvl3pPr>
            <a:lvl4pPr marL="1371600" indent="0">
              <a:buNone/>
              <a:defRPr sz="100"/>
            </a:lvl4pPr>
            <a:lvl5pPr marL="1828800" indent="0">
              <a:buNone/>
              <a:defRPr sz="100"/>
            </a:lvl5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112400"/>
            <a:ext cx="5472112" cy="492601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308482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33" name="Groep 32">
            <a:extLst>
              <a:ext uri="{FF2B5EF4-FFF2-40B4-BE49-F238E27FC236}">
                <a16:creationId xmlns:a16="http://schemas.microsoft.com/office/drawing/2014/main" id="{98619109-1FBA-2D25-77E6-8A06A285898D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34" name="Rechthoek: afgeronde hoeken 33">
              <a:extLst>
                <a:ext uri="{FF2B5EF4-FFF2-40B4-BE49-F238E27FC236}">
                  <a16:creationId xmlns:a16="http://schemas.microsoft.com/office/drawing/2014/main" id="{D974CA60-9032-0436-8001-C29E98A63F5E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35" name="Afbeelding 34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F354D35C-4D42-9ED0-E611-945FED7D6E6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13" name="Tijdelijke aanduiding voor tekst 15">
            <a:extLst>
              <a:ext uri="{FF2B5EF4-FFF2-40B4-BE49-F238E27FC236}">
                <a16:creationId xmlns:a16="http://schemas.microsoft.com/office/drawing/2014/main" id="{492A6E29-E27F-C587-97D2-60E78FE5B2C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14" name="Tijdelijke aanduiding voor tekst 15">
            <a:extLst>
              <a:ext uri="{FF2B5EF4-FFF2-40B4-BE49-F238E27FC236}">
                <a16:creationId xmlns:a16="http://schemas.microsoft.com/office/drawing/2014/main" id="{C0D58DB5-F291-A3FD-E331-1DC8B59A1D1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5" name="Tijdelijke aanduiding voor tekst 15">
            <a:extLst>
              <a:ext uri="{FF2B5EF4-FFF2-40B4-BE49-F238E27FC236}">
                <a16:creationId xmlns:a16="http://schemas.microsoft.com/office/drawing/2014/main" id="{92304C8A-221D-FD1D-24B5-EF31FE7477A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20EBED7-D728-0DA7-8751-846DD1DA4D4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35D67A24-0267-D892-D928-6B0EE4135F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892DA647-5DCF-5AA1-F4D1-0BEF302BAA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716C6E9F-D133-0AE7-C866-36E7D5B497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1BC3BDA2-5B92-836C-F885-C59BA2D180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2923287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2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7" y="2843099"/>
            <a:ext cx="10818923" cy="1157401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0012557" y="4477350"/>
            <a:ext cx="1273448" cy="165504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D625E4AA-0DDD-DCBF-BCA1-C93FB4C7DE8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636842" y="4690110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8A4B3CC1-9AAC-E9A1-6580-C26465AD543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636842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4B6C62AE-587E-79F4-AB67-BA53A05A71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66542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9BE282B-4D99-39D3-D2C1-77D02A93089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779365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11D0F939-2DEA-1AD8-65C7-7E4336B1CC0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704144" y="5359484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D80C2D7F-A44B-3413-FF4E-EC41AFA29EB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71775" y="4690110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4CB67080-EEEF-C650-2A45-6FD89A123B2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771573" y="4690110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FE8275CF-9220-94A0-02A0-ED59E45FCA8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713110" y="4690110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0543416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grpSp>
        <p:nvGrpSpPr>
          <p:cNvPr id="11" name="Groep 10">
            <a:extLst>
              <a:ext uri="{FF2B5EF4-FFF2-40B4-BE49-F238E27FC236}">
                <a16:creationId xmlns:a16="http://schemas.microsoft.com/office/drawing/2014/main" id="{3EB99B45-BCB8-75FC-E882-4B19B845C111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3" name="Rechthoek: afgeronde hoeken 12">
              <a:extLst>
                <a:ext uri="{FF2B5EF4-FFF2-40B4-BE49-F238E27FC236}">
                  <a16:creationId xmlns:a16="http://schemas.microsoft.com/office/drawing/2014/main" id="{0227C332-5726-F825-ECBA-949F6A878CD1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4" name="Afbeelding 13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CBD6AABA-2869-53A9-5BB0-3B8E5D98CE4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  <p:sp>
        <p:nvSpPr>
          <p:cNvPr id="22" name="Tijdelijke aanduiding voor tekst 15">
            <a:extLst>
              <a:ext uri="{FF2B5EF4-FFF2-40B4-BE49-F238E27FC236}">
                <a16:creationId xmlns:a16="http://schemas.microsoft.com/office/drawing/2014/main" id="{69DC0D97-7F92-8738-ABBA-3F85F8EFD38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24" name="Tijdelijke aanduiding voor tekst 15">
            <a:extLst>
              <a:ext uri="{FF2B5EF4-FFF2-40B4-BE49-F238E27FC236}">
                <a16:creationId xmlns:a16="http://schemas.microsoft.com/office/drawing/2014/main" id="{08E49996-C68C-1386-DFEA-11C5B987D51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25" name="Tijdelijke aanduiding voor tekst 15">
            <a:extLst>
              <a:ext uri="{FF2B5EF4-FFF2-40B4-BE49-F238E27FC236}">
                <a16:creationId xmlns:a16="http://schemas.microsoft.com/office/drawing/2014/main" id="{35E1B86E-06F4-6D46-022E-292CC5A4622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651FDD4A-AF4C-58AD-E8D0-43254A6124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8C4606F1-319E-9BD9-78DC-9CB382530DD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B1636737-6073-6D51-719E-BEC3A7E8144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329855-2CA1-6726-626F-52DB158C2B6D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A93961E-FF2E-23EE-84DD-C8E6C84580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34284421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kennis 03 -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F2AEAB84-A768-0163-99F8-57144A7E5013}"/>
              </a:ext>
            </a:extLst>
          </p:cNvPr>
          <p:cNvSpPr txBox="1"/>
          <p:nvPr userDrawn="1"/>
        </p:nvSpPr>
        <p:spPr>
          <a:xfrm>
            <a:off x="366713" y="71452"/>
            <a:ext cx="333961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000" dirty="0">
                <a:latin typeface="+mj-lt"/>
              </a:rPr>
              <a:t>Voorkennis</a:t>
            </a:r>
          </a:p>
        </p:txBody>
      </p:sp>
      <p:grpSp>
        <p:nvGrpSpPr>
          <p:cNvPr id="5" name="Groep 4">
            <a:extLst>
              <a:ext uri="{FF2B5EF4-FFF2-40B4-BE49-F238E27FC236}">
                <a16:creationId xmlns:a16="http://schemas.microsoft.com/office/drawing/2014/main" id="{82BD7B6F-F4A7-4486-5B74-0279752449C6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6" name="Rechthoek: afgeronde hoeken 5">
              <a:extLst>
                <a:ext uri="{FF2B5EF4-FFF2-40B4-BE49-F238E27FC236}">
                  <a16:creationId xmlns:a16="http://schemas.microsoft.com/office/drawing/2014/main" id="{F799C5A7-0A4B-853D-C152-CF00BA1B112C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7" name="Afbeelding 6">
              <a:extLst>
                <a:ext uri="{FF2B5EF4-FFF2-40B4-BE49-F238E27FC236}">
                  <a16:creationId xmlns:a16="http://schemas.microsoft.com/office/drawing/2014/main" id="{3C5AEE55-2698-1E4A-D9A5-08EBC572F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4991" y="1111250"/>
            <a:ext cx="5995349" cy="4695189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23" name="Tijdelijke aanduiding voor tekst 15">
            <a:extLst>
              <a:ext uri="{FF2B5EF4-FFF2-40B4-BE49-F238E27FC236}">
                <a16:creationId xmlns:a16="http://schemas.microsoft.com/office/drawing/2014/main" id="{349A728F-7D86-B8B0-8999-4F2BCA0CE03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6" hasCustomPrompt="1"/>
          </p:nvPr>
        </p:nvSpPr>
        <p:spPr>
          <a:xfrm rot="5400000">
            <a:off x="9597769" y="3163454"/>
            <a:ext cx="1115514" cy="216885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txBody>
          <a:bodyPr lIns="0" tIns="0" rIns="0" bIns="0" anchor="t" anchorCtr="0">
            <a:normAutofit/>
          </a:bodyPr>
          <a:lstStyle>
            <a:lvl1pPr marL="0" indent="0" algn="ctr">
              <a:lnSpc>
                <a:spcPts val="100"/>
              </a:lnSpc>
              <a:buNone/>
              <a:defRPr sz="10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nl-NL" dirty="0"/>
              <a:t> </a:t>
            </a:r>
          </a:p>
        </p:txBody>
      </p:sp>
      <p:sp>
        <p:nvSpPr>
          <p:cNvPr id="30" name="Tijdelijke aanduiding voor tekst 15">
            <a:extLst>
              <a:ext uri="{FF2B5EF4-FFF2-40B4-BE49-F238E27FC236}">
                <a16:creationId xmlns:a16="http://schemas.microsoft.com/office/drawing/2014/main" id="{067BF9F3-6884-C8BC-78F0-BCAF05898F4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139444" y="1486784"/>
            <a:ext cx="594000" cy="59400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1" name="Tijdelijke aanduiding voor tekst 15">
            <a:extLst>
              <a:ext uri="{FF2B5EF4-FFF2-40B4-BE49-F238E27FC236}">
                <a16:creationId xmlns:a16="http://schemas.microsoft.com/office/drawing/2014/main" id="{07D77D25-FAD1-2FE6-9665-354491219F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69431" y="1474168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2" name="Tijdelijke aanduiding voor tekst 15">
            <a:extLst>
              <a:ext uri="{FF2B5EF4-FFF2-40B4-BE49-F238E27FC236}">
                <a16:creationId xmlns:a16="http://schemas.microsoft.com/office/drawing/2014/main" id="{053FF0E9-ED47-DF04-08F1-EBB41975DD66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869431" y="237637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3" name="Tijdelijke aanduiding voor tekst 15">
            <a:extLst>
              <a:ext uri="{FF2B5EF4-FFF2-40B4-BE49-F238E27FC236}">
                <a16:creationId xmlns:a16="http://schemas.microsoft.com/office/drawing/2014/main" id="{3BFD756B-D28A-B034-6785-342F7A1E4C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869431" y="3252269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4" name="Tijdelijke aanduiding voor tekst 15">
            <a:extLst>
              <a:ext uri="{FF2B5EF4-FFF2-40B4-BE49-F238E27FC236}">
                <a16:creationId xmlns:a16="http://schemas.microsoft.com/office/drawing/2014/main" id="{C9D05D31-C706-7327-421B-F184C37207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869431" y="4071552"/>
            <a:ext cx="594000" cy="594000"/>
          </a:xfrm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[x]</a:t>
            </a:r>
          </a:p>
        </p:txBody>
      </p:sp>
      <p:sp>
        <p:nvSpPr>
          <p:cNvPr id="35" name="Tijdelijke aanduiding voor tekst 15">
            <a:extLst>
              <a:ext uri="{FF2B5EF4-FFF2-40B4-BE49-F238E27FC236}">
                <a16:creationId xmlns:a16="http://schemas.microsoft.com/office/drawing/2014/main" id="{55A79377-B21D-58A7-B31E-4A0932619F3A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139444" y="2371268"/>
            <a:ext cx="594000" cy="594000"/>
          </a:xfrm>
          <a:prstGeom prst="ellipse">
            <a:avLst/>
          </a:prstGeom>
          <a:solidFill>
            <a:srgbClr val="F78D8D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6" name="Tijdelijke aanduiding voor tekst 15">
            <a:extLst>
              <a:ext uri="{FF2B5EF4-FFF2-40B4-BE49-F238E27FC236}">
                <a16:creationId xmlns:a16="http://schemas.microsoft.com/office/drawing/2014/main" id="{08CD68E5-942A-9208-2897-8638ACE6DF1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39444" y="3252326"/>
            <a:ext cx="594000" cy="59400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  <p:sp>
        <p:nvSpPr>
          <p:cNvPr id="37" name="Tijdelijke aanduiding voor tekst 15">
            <a:extLst>
              <a:ext uri="{FF2B5EF4-FFF2-40B4-BE49-F238E27FC236}">
                <a16:creationId xmlns:a16="http://schemas.microsoft.com/office/drawing/2014/main" id="{4B436674-4504-BAE3-AF4B-645CB509D6B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139444" y="4071552"/>
            <a:ext cx="594000" cy="594000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3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nl-NL" dirty="0"/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16022003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eor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7411" y="1115671"/>
            <a:ext cx="8776649" cy="1040790"/>
          </a:xfrm>
        </p:spPr>
        <p:txBody>
          <a:bodyPr lIns="0" tIns="0" rIns="0" bIns="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45B3DCEB-3268-8B06-EEE9-9615C18943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7411" y="5527545"/>
            <a:ext cx="8776649" cy="429567"/>
          </a:xfrm>
        </p:spPr>
        <p:txBody>
          <a:bodyPr lIns="0" tIns="0" rIns="0" bIns="0" anchor="b" anchorCtr="0">
            <a:normAutofit/>
          </a:bodyPr>
          <a:lstStyle>
            <a:lvl1pPr marL="0" indent="0" algn="l">
              <a:buFont typeface="+mj-lt"/>
              <a:buNone/>
              <a:defRPr sz="1800">
                <a:solidFill>
                  <a:schemeClr val="accent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[leerdoel tekst invoeren]</a:t>
            </a:r>
          </a:p>
        </p:txBody>
      </p:sp>
      <p:sp>
        <p:nvSpPr>
          <p:cNvPr id="34" name="Tijdelijke aanduiding voor tekst 18">
            <a:extLst>
              <a:ext uri="{FF2B5EF4-FFF2-40B4-BE49-F238E27FC236}">
                <a16:creationId xmlns:a16="http://schemas.microsoft.com/office/drawing/2014/main" id="{59872A22-B343-021F-5384-9EF24F53706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7410" y="2403451"/>
            <a:ext cx="8776649" cy="1040790"/>
          </a:xfrm>
          <a:solidFill>
            <a:schemeClr val="accent3"/>
          </a:solidFill>
        </p:spPr>
        <p:txBody>
          <a:bodyPr lIns="108000" tIns="108000" rIns="108000" bIns="108000" anchor="t" anchorCtr="0">
            <a:normAutofit/>
          </a:bodyPr>
          <a:lstStyle>
            <a:lvl1pPr marL="0" indent="0" algn="l">
              <a:buFont typeface="+mj-lt"/>
              <a:buNone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[werkschema tekst invoeren]</a:t>
            </a:r>
          </a:p>
        </p:txBody>
      </p:sp>
    </p:spTree>
    <p:extLst>
      <p:ext uri="{BB962C8B-B14F-4D97-AF65-F5344CB8AC3E}">
        <p14:creationId xmlns:p14="http://schemas.microsoft.com/office/powerpoint/2010/main" val="3696099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gave en Uitwer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431D6596-2512-87C5-22C1-5CEB5446EDE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8078" y="156210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5FD07BDE-A83C-B1BC-B3BA-22095999A619}"/>
              </a:ext>
            </a:extLst>
          </p:cNvPr>
          <p:cNvSpPr txBox="1"/>
          <p:nvPr userDrawn="1"/>
        </p:nvSpPr>
        <p:spPr>
          <a:xfrm>
            <a:off x="848078" y="962865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Opgave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C01CB84D-8DFB-C38E-46CF-FF81127D40D3}"/>
              </a:ext>
            </a:extLst>
          </p:cNvPr>
          <p:cNvSpPr txBox="1"/>
          <p:nvPr userDrawn="1"/>
        </p:nvSpPr>
        <p:spPr>
          <a:xfrm>
            <a:off x="833316" y="3611880"/>
            <a:ext cx="5472112" cy="49244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nl-NL" sz="3200" i="1" dirty="0"/>
              <a:t>Uitwerking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696878DB-B337-9BBF-9B6D-7C08B76544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3316" y="4210050"/>
            <a:ext cx="5472112" cy="1866900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264677C9-A016-4752-070C-524A0702E42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598919" y="4210050"/>
            <a:ext cx="5068081" cy="1866899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buFont typeface="+mj-lt"/>
              <a:buNone/>
              <a:defRPr sz="3200">
                <a:solidFill>
                  <a:schemeClr val="accent2">
                    <a:lumMod val="60000"/>
                    <a:lumOff val="40000"/>
                  </a:schemeClr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</p:spTree>
    <p:extLst>
      <p:ext uri="{BB962C8B-B14F-4D97-AF65-F5344CB8AC3E}">
        <p14:creationId xmlns:p14="http://schemas.microsoft.com/office/powerpoint/2010/main" val="14469409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HandOpstek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9" name="Groep 8">
            <a:extLst>
              <a:ext uri="{FF2B5EF4-FFF2-40B4-BE49-F238E27FC236}">
                <a16:creationId xmlns:a16="http://schemas.microsoft.com/office/drawing/2014/main" id="{5025F2B3-381A-45EF-0065-48FC964A7B5A}"/>
              </a:ext>
            </a:extLst>
          </p:cNvPr>
          <p:cNvGrpSpPr/>
          <p:nvPr userDrawn="1"/>
        </p:nvGrpSpPr>
        <p:grpSpPr>
          <a:xfrm>
            <a:off x="10388600" y="1111249"/>
            <a:ext cx="1278401" cy="1280999"/>
            <a:chOff x="10388600" y="1111249"/>
            <a:chExt cx="1278401" cy="1280999"/>
          </a:xfrm>
        </p:grpSpPr>
        <p:sp>
          <p:nvSpPr>
            <p:cNvPr id="11" name="Rechthoek: afgeronde hoeken 10">
              <a:extLst>
                <a:ext uri="{FF2B5EF4-FFF2-40B4-BE49-F238E27FC236}">
                  <a16:creationId xmlns:a16="http://schemas.microsoft.com/office/drawing/2014/main" id="{4BA2DD07-CD12-FCE6-E4AF-3CD73A4CCD3A}"/>
                </a:ext>
              </a:extLst>
            </p:cNvPr>
            <p:cNvSpPr/>
            <p:nvPr userDrawn="1"/>
          </p:nvSpPr>
          <p:spPr>
            <a:xfrm>
              <a:off x="10388600" y="1111249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3" name="Afbeelding 12" descr="Afbeelding met silhouet, hand&#10;&#10;Door AI gegenereerde inhoud is mogelijk onjuist.">
              <a:extLst>
                <a:ext uri="{FF2B5EF4-FFF2-40B4-BE49-F238E27FC236}">
                  <a16:creationId xmlns:a16="http://schemas.microsoft.com/office/drawing/2014/main" id="{80786F5B-BB27-4734-58E0-5148780B6F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tretch>
              <a:fillRect/>
            </a:stretch>
          </p:blipFill>
          <p:spPr>
            <a:xfrm>
              <a:off x="10604501" y="1237069"/>
              <a:ext cx="751814" cy="11393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41645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Schrijv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8" y="1851660"/>
            <a:ext cx="5472112" cy="4186752"/>
          </a:xfrm>
        </p:spPr>
        <p:txBody>
          <a:bodyPr lIns="0" tIns="0" rIns="0" bIns="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invoeren]</a:t>
            </a:r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043F61CB-333A-3571-99A1-B27BCBB53917}"/>
              </a:ext>
            </a:extLst>
          </p:cNvPr>
          <p:cNvGrpSpPr/>
          <p:nvPr userDrawn="1"/>
        </p:nvGrpSpPr>
        <p:grpSpPr>
          <a:xfrm>
            <a:off x="10388600" y="1111250"/>
            <a:ext cx="1278401" cy="1280999"/>
            <a:chOff x="9110199" y="1111250"/>
            <a:chExt cx="1278401" cy="1280999"/>
          </a:xfrm>
        </p:grpSpPr>
        <p:sp>
          <p:nvSpPr>
            <p:cNvPr id="16" name="Rechthoek: afgeronde hoeken 15">
              <a:extLst>
                <a:ext uri="{FF2B5EF4-FFF2-40B4-BE49-F238E27FC236}">
                  <a16:creationId xmlns:a16="http://schemas.microsoft.com/office/drawing/2014/main" id="{34CAAA08-DCD2-6F7B-EEDE-0E6E650C1445}"/>
                </a:ext>
              </a:extLst>
            </p:cNvPr>
            <p:cNvSpPr/>
            <p:nvPr userDrawn="1"/>
          </p:nvSpPr>
          <p:spPr>
            <a:xfrm>
              <a:off x="9110199" y="1111250"/>
              <a:ext cx="1278401" cy="1280999"/>
            </a:xfrm>
            <a:prstGeom prst="roundRect">
              <a:avLst/>
            </a:prstGeom>
            <a:solidFill>
              <a:schemeClr val="bg1"/>
            </a:solidFill>
            <a:ln w="28575">
              <a:solidFill>
                <a:srgbClr val="A97D7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pic>
          <p:nvPicPr>
            <p:cNvPr id="17" name="Afbeelding 16">
              <a:extLst>
                <a:ext uri="{FF2B5EF4-FFF2-40B4-BE49-F238E27FC236}">
                  <a16:creationId xmlns:a16="http://schemas.microsoft.com/office/drawing/2014/main" id="{DEEDB194-D935-CF8E-F400-8170A6B1A58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/>
            <a:srcRect/>
            <a:stretch/>
          </p:blipFill>
          <p:spPr>
            <a:xfrm>
              <a:off x="9267455" y="1265645"/>
              <a:ext cx="972897" cy="93872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74114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opgave Tweekolo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6" name="Tijdelijke aanduiding voor tekst 18">
            <a:extLst>
              <a:ext uri="{FF2B5EF4-FFF2-40B4-BE49-F238E27FC236}">
                <a16:creationId xmlns:a16="http://schemas.microsoft.com/office/drawing/2014/main" id="{852E2676-75C4-EE6D-0F04-3FFEFA2095F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48078" y="1112400"/>
            <a:ext cx="5472112" cy="739260"/>
          </a:xfrm>
        </p:spPr>
        <p:txBody>
          <a:bodyPr lIns="0" tIns="0" rIns="0" bIns="0">
            <a:normAutofit/>
          </a:bodyPr>
          <a:lstStyle>
            <a:lvl1pPr marL="0" indent="0">
              <a:buFont typeface="+mj-lt"/>
              <a:buNone/>
              <a:defRPr sz="3200" b="1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[vul titel in bij deze opgave]</a:t>
            </a:r>
          </a:p>
        </p:txBody>
      </p:sp>
      <p:sp>
        <p:nvSpPr>
          <p:cNvPr id="12" name="Tijdelijke aanduiding voor tekst 18">
            <a:extLst>
              <a:ext uri="{FF2B5EF4-FFF2-40B4-BE49-F238E27FC236}">
                <a16:creationId xmlns:a16="http://schemas.microsoft.com/office/drawing/2014/main" id="{9AC02CA0-9A46-8492-62E6-BC50BF022B2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48077" y="1851660"/>
            <a:ext cx="10818923" cy="3893940"/>
          </a:xfrm>
        </p:spPr>
        <p:txBody>
          <a:bodyPr lIns="0" tIns="0" rIns="0" bIns="0" numCol="2" spcCol="360000">
            <a:normAutofit/>
          </a:bodyPr>
          <a:lstStyle>
            <a:lvl1pPr marL="514350" indent="-514350">
              <a:buFont typeface="+mj-lt"/>
              <a:buAutoNum type="alphaLcPeriod"/>
              <a:defRPr sz="3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[tekst opdracht invoeren – met 2 </a:t>
            </a:r>
            <a:r>
              <a:rPr lang="nl-NL" dirty="0" err="1"/>
              <a:t>koloms</a:t>
            </a:r>
            <a:r>
              <a:rPr lang="nl-NL" dirty="0"/>
              <a:t> opbouw]</a:t>
            </a:r>
          </a:p>
        </p:txBody>
      </p:sp>
      <p:sp>
        <p:nvSpPr>
          <p:cNvPr id="5" name="Tekstvak 1">
            <a:extLst>
              <a:ext uri="{FF2B5EF4-FFF2-40B4-BE49-F238E27FC236}">
                <a16:creationId xmlns:a16="http://schemas.microsoft.com/office/drawing/2014/main" id="{5F6628EA-A04F-6499-B953-F77F61F1727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640081" y="5745600"/>
            <a:ext cx="2019300" cy="1037857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A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 	punten B</a:t>
            </a:r>
          </a:p>
          <a:p>
            <a:r>
              <a:rPr lang="nl-NL" sz="18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	punten C</a:t>
            </a:r>
          </a:p>
        </p:txBody>
      </p:sp>
      <p:sp>
        <p:nvSpPr>
          <p:cNvPr id="7" name="Tijdelijke aanduiding voor tekst 18">
            <a:extLst>
              <a:ext uri="{FF2B5EF4-FFF2-40B4-BE49-F238E27FC236}">
                <a16:creationId xmlns:a16="http://schemas.microsoft.com/office/drawing/2014/main" id="{165A8E01-8781-AE3A-DE4D-B806D56A6F6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9750571" y="5798941"/>
            <a:ext cx="810749" cy="896766"/>
          </a:xfrm>
        </p:spPr>
        <p:txBody>
          <a:bodyPr lIns="0" tIns="0" rIns="0" bIns="0" anchor="t" anchorCtr="0">
            <a:noAutofit/>
          </a:bodyPr>
          <a:lstStyle>
            <a:lvl1pPr marL="0" indent="0" algn="l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</a:t>
            </a:r>
            <a:r>
              <a:rPr lang="nl-NL" dirty="0" err="1"/>
              <a:t>pnt</a:t>
            </a:r>
            <a:r>
              <a:rPr lang="nl-NL" dirty="0"/>
              <a:t>]</a:t>
            </a:r>
          </a:p>
        </p:txBody>
      </p:sp>
      <p:sp>
        <p:nvSpPr>
          <p:cNvPr id="8" name="Tijdelijke aanduiding voor tekst 18">
            <a:extLst>
              <a:ext uri="{FF2B5EF4-FFF2-40B4-BE49-F238E27FC236}">
                <a16:creationId xmlns:a16="http://schemas.microsoft.com/office/drawing/2014/main" id="{52242269-F3F2-676B-5CB0-71C8361E22F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-441960" y="53266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9" name="Tijdelijke aanduiding voor tekst 18">
            <a:extLst>
              <a:ext uri="{FF2B5EF4-FFF2-40B4-BE49-F238E27FC236}">
                <a16:creationId xmlns:a16="http://schemas.microsoft.com/office/drawing/2014/main" id="{6569C752-D2BD-3D72-642E-AC30107F391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-441960" y="4907634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1" name="Tijdelijke aanduiding voor tekst 18">
            <a:extLst>
              <a:ext uri="{FF2B5EF4-FFF2-40B4-BE49-F238E27FC236}">
                <a16:creationId xmlns:a16="http://schemas.microsoft.com/office/drawing/2014/main" id="{10C7F5CE-9E80-288F-7BB3-7B74ED249F6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-441960" y="4475550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3" name="Tijdelijke aanduiding voor tekst 18">
            <a:extLst>
              <a:ext uri="{FF2B5EF4-FFF2-40B4-BE49-F238E27FC236}">
                <a16:creationId xmlns:a16="http://schemas.microsoft.com/office/drawing/2014/main" id="{DDC715ED-1F87-9A6D-F762-12271E7DBD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-441960" y="4056563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4" name="Tijdelijke aanduiding voor tekst 18">
            <a:extLst>
              <a:ext uri="{FF2B5EF4-FFF2-40B4-BE49-F238E27FC236}">
                <a16:creationId xmlns:a16="http://schemas.microsoft.com/office/drawing/2014/main" id="{AEAD0B33-EC32-AF6A-807C-2901F666179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-441960" y="3616979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8" name="Tijdelijke aanduiding voor tekst 18">
            <a:extLst>
              <a:ext uri="{FF2B5EF4-FFF2-40B4-BE49-F238E27FC236}">
                <a16:creationId xmlns:a16="http://schemas.microsoft.com/office/drawing/2014/main" id="{89CC5799-2342-7B26-C3BD-D7FEA85C19D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-441960" y="3197992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E15A2DD7-A298-1287-7E51-4E3B982D79DC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-441960" y="2765908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0" name="Tijdelijke aanduiding voor tekst 18">
            <a:extLst>
              <a:ext uri="{FF2B5EF4-FFF2-40B4-BE49-F238E27FC236}">
                <a16:creationId xmlns:a16="http://schemas.microsoft.com/office/drawing/2014/main" id="{6F485A27-112E-BA1E-870C-8A1CACB1D6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441960" y="2346921"/>
            <a:ext cx="43434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1" name="Tijdelijke aanduiding voor tekst 18">
            <a:extLst>
              <a:ext uri="{FF2B5EF4-FFF2-40B4-BE49-F238E27FC236}">
                <a16:creationId xmlns:a16="http://schemas.microsoft.com/office/drawing/2014/main" id="{AB96F177-E1DF-12AE-038A-99D36513F43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2205809" y="53266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2" name="Tijdelijke aanduiding voor tekst 18">
            <a:extLst>
              <a:ext uri="{FF2B5EF4-FFF2-40B4-BE49-F238E27FC236}">
                <a16:creationId xmlns:a16="http://schemas.microsoft.com/office/drawing/2014/main" id="{45FDC9E9-72CE-E97B-71EE-CB832D5F156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2205809" y="4907634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3" name="Tijdelijke aanduiding voor tekst 18">
            <a:extLst>
              <a:ext uri="{FF2B5EF4-FFF2-40B4-BE49-F238E27FC236}">
                <a16:creationId xmlns:a16="http://schemas.microsoft.com/office/drawing/2014/main" id="{B9068F69-47F9-F087-0E4B-02DD9FDD684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2205809" y="4475550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4" name="Tijdelijke aanduiding voor tekst 18">
            <a:extLst>
              <a:ext uri="{FF2B5EF4-FFF2-40B4-BE49-F238E27FC236}">
                <a16:creationId xmlns:a16="http://schemas.microsoft.com/office/drawing/2014/main" id="{26DE6E8D-69E2-E775-5FFF-8AEC165B38C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2205809" y="4056563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5" name="Tijdelijke aanduiding voor tekst 18">
            <a:extLst>
              <a:ext uri="{FF2B5EF4-FFF2-40B4-BE49-F238E27FC236}">
                <a16:creationId xmlns:a16="http://schemas.microsoft.com/office/drawing/2014/main" id="{26AE2038-6688-9814-68EC-EC52A8D88C7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2205809" y="3616979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6" name="Tijdelijke aanduiding voor tekst 18">
            <a:extLst>
              <a:ext uri="{FF2B5EF4-FFF2-40B4-BE49-F238E27FC236}">
                <a16:creationId xmlns:a16="http://schemas.microsoft.com/office/drawing/2014/main" id="{D0C8D823-4719-9551-FCE0-DE70A191BE6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2205809" y="3197992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7" name="Tijdelijke aanduiding voor tekst 18">
            <a:extLst>
              <a:ext uri="{FF2B5EF4-FFF2-40B4-BE49-F238E27FC236}">
                <a16:creationId xmlns:a16="http://schemas.microsoft.com/office/drawing/2014/main" id="{AE6D56D2-BC66-8431-F5DA-ED3270A987D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12205809" y="2765908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  <p:sp>
        <p:nvSpPr>
          <p:cNvPr id="28" name="Tijdelijke aanduiding voor tekst 18">
            <a:extLst>
              <a:ext uri="{FF2B5EF4-FFF2-40B4-BE49-F238E27FC236}">
                <a16:creationId xmlns:a16="http://schemas.microsoft.com/office/drawing/2014/main" id="{9BCE78C4-6A84-D342-1F37-FE51D6FC403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205809" y="2346921"/>
            <a:ext cx="435771" cy="418979"/>
          </a:xfrm>
        </p:spPr>
        <p:txBody>
          <a:bodyPr lIns="0" tIns="0" rIns="0" bIns="0" anchor="ctr" anchorCtr="0">
            <a:noAutofit/>
          </a:bodyPr>
          <a:lstStyle>
            <a:lvl1pPr marL="0" indent="0" algn="ctr">
              <a:lnSpc>
                <a:spcPct val="100000"/>
              </a:lnSpc>
              <a:buFont typeface="+mj-lt"/>
              <a:buNone/>
              <a:defRPr sz="1800">
                <a:solidFill>
                  <a:srgbClr val="FF0000"/>
                </a:solidFill>
                <a:latin typeface="+mn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nl-NL" dirty="0"/>
              <a:t>[1p]</a:t>
            </a:r>
          </a:p>
        </p:txBody>
      </p:sp>
    </p:spTree>
    <p:extLst>
      <p:ext uri="{BB962C8B-B14F-4D97-AF65-F5344CB8AC3E}">
        <p14:creationId xmlns:p14="http://schemas.microsoft.com/office/powerpoint/2010/main" val="31633508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hoek 1" title="Achtergrondfoto">
            <a:extLst>
              <a:ext uri="{FF2B5EF4-FFF2-40B4-BE49-F238E27FC236}">
                <a16:creationId xmlns:a16="http://schemas.microsoft.com/office/drawing/2014/main" id="{091BF15F-D683-AD9E-94F2-AD77C6CDD42F}"/>
              </a:ext>
            </a:extLst>
          </p:cNvPr>
          <p:cNvSpPr/>
          <p:nvPr userDrawn="1"/>
        </p:nvSpPr>
        <p:spPr>
          <a:xfrm>
            <a:off x="0" y="711200"/>
            <a:ext cx="12205809" cy="6146800"/>
          </a:xfrm>
          <a:prstGeom prst="rect">
            <a:avLst/>
          </a:prstGeom>
          <a:solidFill>
            <a:srgbClr val="EAEE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73371" tIns="86685" rIns="173371" bIns="8668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nl-NL" sz="4854">
              <a:solidFill>
                <a:srgbClr val="E4ECCC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13F82F1-5D8E-0B36-EC53-F0317B9B50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53488" y="162294"/>
            <a:ext cx="2813513" cy="371481"/>
          </a:xfrm>
          <a:prstGeom prst="rect">
            <a:avLst/>
          </a:prstGeom>
        </p:spPr>
      </p:pic>
      <p:sp>
        <p:nvSpPr>
          <p:cNvPr id="4" name="Tijdelijke aanduiding voor tekst 12">
            <a:extLst>
              <a:ext uri="{FF2B5EF4-FFF2-40B4-BE49-F238E27FC236}">
                <a16:creationId xmlns:a16="http://schemas.microsoft.com/office/drawing/2014/main" id="{D596BA46-DAF0-C319-0435-58F93405474A}"/>
              </a:ext>
            </a:extLst>
          </p:cNvPr>
          <p:cNvSpPr txBox="1">
            <a:spLocks/>
          </p:cNvSpPr>
          <p:nvPr userDrawn="1"/>
        </p:nvSpPr>
        <p:spPr>
          <a:xfrm>
            <a:off x="1138726" y="9286804"/>
            <a:ext cx="2024683" cy="255951"/>
          </a:xfrm>
          <a:prstGeom prst="rect">
            <a:avLst/>
          </a:prstGeom>
        </p:spPr>
        <p:txBody>
          <a:bodyPr anchor="ctr" anchorCtr="0">
            <a:normAutofit fontScale="92500"/>
          </a:bodyPr>
          <a:lstStyle>
            <a:lvl1pPr marL="0" marR="0" indent="0" algn="l" defTabSz="1733590" rtl="0" eaLnBrk="1" fontAlgn="auto" latinLnBrk="0" hangingPunct="1">
              <a:lnSpc>
                <a:spcPct val="90000"/>
              </a:lnSpc>
              <a:spcBef>
                <a:spcPts val="1896"/>
              </a:spcBef>
              <a:spcAft>
                <a:spcPts val="0"/>
              </a:spcAft>
              <a:buClrTx/>
              <a:buSzTx/>
              <a:buFontTx/>
              <a:buNone/>
              <a:tabLst/>
              <a:defRPr sz="1200" kern="1200">
                <a:solidFill>
                  <a:schemeClr val="bg1">
                    <a:lumMod val="50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97520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341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2534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844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75484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925623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75761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225900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76038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526176" indent="-325069" algn="l" defTabSz="1300277" rtl="0" eaLnBrk="1" latinLnBrk="0" hangingPunct="1">
              <a:lnSpc>
                <a:spcPct val="90000"/>
              </a:lnSpc>
              <a:spcBef>
                <a:spcPts val="711"/>
              </a:spcBef>
              <a:buFont typeface="Arial" panose="020B0604020202020204" pitchFamily="34" charset="0"/>
              <a:buChar char="•"/>
              <a:defRPr sz="256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/>
            </a:pPr>
            <a:r>
              <a:rPr lang="nl-NL" dirty="0"/>
              <a:t>© Noordhoff Uitgevers 2021</a:t>
            </a:r>
          </a:p>
        </p:txBody>
      </p:sp>
      <p:sp>
        <p:nvSpPr>
          <p:cNvPr id="13" name="Titel 1">
            <a:extLst>
              <a:ext uri="{FF2B5EF4-FFF2-40B4-BE49-F238E27FC236}">
                <a16:creationId xmlns:a16="http://schemas.microsoft.com/office/drawing/2014/main" id="{6F6D335E-D9A0-8D90-8B6B-0FA3A08435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6713" y="131577"/>
            <a:ext cx="8110049" cy="50044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3000">
                <a:solidFill>
                  <a:schemeClr val="tx1"/>
                </a:solidFill>
                <a:latin typeface="+mj-lt"/>
                <a:cs typeface="Arial" panose="020B0604020202020204" pitchFamily="34" charset="0"/>
              </a:defRPr>
            </a:lvl1pPr>
          </a:lstStyle>
          <a:p>
            <a:r>
              <a:rPr lang="nl-NL" dirty="0"/>
              <a:t>Titel van de dia</a:t>
            </a:r>
          </a:p>
        </p:txBody>
      </p:sp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BCF02A89-1F5C-B804-6BEB-39D5EE41B3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6713" y="1111250"/>
            <a:ext cx="11299825" cy="521694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nl-NL" dirty="0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BD103CC1-1419-CEC6-9AEA-6EE99722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8481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F0E13DA8-D9EE-7F4F-4C8E-58BB95BA5C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nl-NL" dirty="0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7C1E2276-E309-CF3B-F619-EB90AF84FC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nl-NL" dirty="0"/>
              <a:t>Klikken om de tekststijl van het model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</a:p>
        </p:txBody>
      </p:sp>
      <p:sp>
        <p:nvSpPr>
          <p:cNvPr id="6" name="Tijdelijke aanduiding voor voettekst 4">
            <a:extLst>
              <a:ext uri="{FF2B5EF4-FFF2-40B4-BE49-F238E27FC236}">
                <a16:creationId xmlns:a16="http://schemas.microsoft.com/office/drawing/2014/main" id="{98D1AD79-D5D6-1B5A-294A-C5C2B5922B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4991" y="6492867"/>
            <a:ext cx="1765297" cy="365125"/>
          </a:xfrm>
          <a:prstGeom prst="rect">
            <a:avLst/>
          </a:prstGeom>
          <a:solidFill>
            <a:schemeClr val="bg1"/>
          </a:solidFill>
          <a:ln w="6350">
            <a:solidFill>
              <a:schemeClr val="bg1">
                <a:lumMod val="85000"/>
              </a:schemeClr>
            </a:solidFill>
          </a:ln>
        </p:spPr>
        <p:txBody>
          <a:bodyPr vert="horz" lIns="91440" tIns="45720" rIns="91440" bIns="45720" rtlCol="0" anchor="ctr"/>
          <a:lstStyle>
            <a:lvl1pPr algn="ctr">
              <a:defRPr sz="800">
                <a:solidFill>
                  <a:schemeClr val="tx1">
                    <a:tint val="82000"/>
                  </a:schemeClr>
                </a:solidFill>
                <a:latin typeface="+mj-lt"/>
              </a:defRPr>
            </a:lvl1pPr>
          </a:lstStyle>
          <a:p>
            <a:r>
              <a:rPr lang="nl-NL" dirty="0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0" r:id="rId12"/>
    <p:sldLayoutId id="2147483662" r:id="rId13"/>
    <p:sldLayoutId id="2147483650" r:id="rId14"/>
  </p:sldLayoutIdLst>
  <p:hf sldNum="0" hdr="0" dt="0"/>
  <p:txStyles>
    <p:titleStyle>
      <a:lvl1pPr marL="0" marR="0" lvl="0" indent="0" algn="l" defTabSz="914400" rtl="0" eaLnBrk="1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nl-NL" sz="4400" b="0" i="0" u="none" strike="noStrike" kern="1200" cap="none" spc="0" baseline="0">
          <a:solidFill>
            <a:srgbClr val="000000"/>
          </a:solidFill>
          <a:uFillTx/>
          <a:latin typeface="+mj-lt"/>
        </a:defRPr>
      </a:lvl1pPr>
    </p:titleStyle>
    <p:bodyStyle>
      <a:lvl1pPr marL="228600" marR="0" lvl="0" indent="-228600" algn="l" defTabSz="914400" rtl="0" eaLnBrk="1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nl-NL" sz="2800" b="0" i="0" u="none" strike="noStrike" kern="1200" cap="none" spc="0" baseline="0">
          <a:solidFill>
            <a:srgbClr val="000000"/>
          </a:solidFill>
          <a:uFillTx/>
          <a:latin typeface="+mn-lt"/>
        </a:defRPr>
      </a:lvl1pPr>
      <a:lvl2pPr marL="685800" marR="0" lvl="1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400" b="0" i="0" u="none" strike="noStrike" kern="1200" cap="none" spc="0" baseline="0">
          <a:solidFill>
            <a:srgbClr val="000000"/>
          </a:solidFill>
          <a:uFillTx/>
          <a:latin typeface="+mn-lt"/>
        </a:defRPr>
      </a:lvl2pPr>
      <a:lvl3pPr marL="1143000" marR="0" lvl="2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2000" b="0" i="0" u="none" strike="noStrike" kern="1200" cap="none" spc="0" baseline="0">
          <a:solidFill>
            <a:srgbClr val="000000"/>
          </a:solidFill>
          <a:uFillTx/>
          <a:latin typeface="+mn-lt"/>
        </a:defRPr>
      </a:lvl3pPr>
      <a:lvl4pPr marL="1600200" marR="0" lvl="3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4pPr>
      <a:lvl5pPr marL="2057400" marR="0" lvl="4" indent="-228600" algn="l" defTabSz="914400" rtl="0" eaLnBrk="1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nl-NL" sz="1800" b="0" i="0" u="none" strike="noStrike" kern="1200" cap="none" spc="0" baseline="0">
          <a:solidFill>
            <a:srgbClr val="000000"/>
          </a:solidFill>
          <a:uFillTx/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Tijdelijke aanduiding voor afbeelding 12">
            <a:extLst>
              <a:ext uri="{FF2B5EF4-FFF2-40B4-BE49-F238E27FC236}">
                <a16:creationId xmlns:a16="http://schemas.microsoft.com/office/drawing/2014/main" id="{C79E0A32-C53F-315D-B72C-9D3A9F650A92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ph type="pic" sz="quarter" idx="10"/>
          </p:nvPr>
        </p:nvPicPr>
        <p:blipFill>
          <a:blip r:embed="rId2"/>
          <a:srcRect l="8" r="8"/>
          <a:stretch/>
        </p:blipFill>
        <p:spPr/>
      </p:pic>
      <p:sp>
        <p:nvSpPr>
          <p:cNvPr id="12" name="Tijdelijke aanduiding voor tekst 11">
            <a:extLst>
              <a:ext uri="{FF2B5EF4-FFF2-40B4-BE49-F238E27FC236}">
                <a16:creationId xmlns:a16="http://schemas.microsoft.com/office/drawing/2014/main" id="{DC845286-BA3B-9F08-53C3-9F216A45C0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nl-NL" dirty="0"/>
              <a:t>1 VMBO-KGT</a:t>
            </a:r>
          </a:p>
        </p:txBody>
      </p:sp>
      <p:sp>
        <p:nvSpPr>
          <p:cNvPr id="14" name="Tijdelijke aanduiding voor tekst 13">
            <a:extLst>
              <a:ext uri="{FF2B5EF4-FFF2-40B4-BE49-F238E27FC236}">
                <a16:creationId xmlns:a16="http://schemas.microsoft.com/office/drawing/2014/main" id="{53AB4CD0-6347-A4B6-94E6-7B9B92EC6D6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Leerboek Deel 1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854E2C-FB65-0125-1C8E-3891DB29DA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nl-NL" dirty="0"/>
              <a:t>1.3 Balk en rechthoek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71C605C0-2905-85C6-776C-B1999A444D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NL" b="1" dirty="0"/>
              <a:t>Theorie F Balk</a:t>
            </a:r>
          </a:p>
        </p:txBody>
      </p:sp>
      <p:sp>
        <p:nvSpPr>
          <p:cNvPr id="17" name="Tijdelijke aanduiding voor voettekst 16">
            <a:extLst>
              <a:ext uri="{FF2B5EF4-FFF2-40B4-BE49-F238E27FC236}">
                <a16:creationId xmlns:a16="http://schemas.microsoft.com/office/drawing/2014/main" id="{9AC6FF91-F778-1CEC-583E-39C697481D7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407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4D481EB9-F2DC-AC2E-19C9-893951B64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8E22B487-9D4D-E6C3-B18D-21EE86F664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Welke figuur is een balk?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33F8D4CA-EBA5-E37E-8793-0A578EB0F4D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080249" y="1857047"/>
            <a:ext cx="1115514" cy="2609593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78DB273C-6508-7C85-AAE4-A444C4C45C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EECDC37-FE89-1D2C-D8FA-CB47D49129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a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CEE214AF-A173-CB52-78EC-A6D1AB23092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b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5CFD7077-4C91-8EE4-B967-CE3A9854B834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c</a:t>
            </a:r>
          </a:p>
        </p:txBody>
      </p:sp>
      <p:sp>
        <p:nvSpPr>
          <p:cNvPr id="16" name="Tijdelijke aanduiding voor tekst 15">
            <a:extLst>
              <a:ext uri="{FF2B5EF4-FFF2-40B4-BE49-F238E27FC236}">
                <a16:creationId xmlns:a16="http://schemas.microsoft.com/office/drawing/2014/main" id="{599F0AF0-B2B2-0733-FB6A-3D651FE57C1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349758" y="4665552"/>
            <a:ext cx="2911345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figuur d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8175693D-CD9F-9464-9208-2EDE8C5A16B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DDA6E4A1-6B56-80F6-0323-CED698DEFB8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BE99773-320D-7F48-02E6-52BDE37FBBF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4991" y="4665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D</a:t>
            </a:r>
          </a:p>
        </p:txBody>
      </p:sp>
      <p:pic>
        <p:nvPicPr>
          <p:cNvPr id="9" name="Afbeelding 8" descr="Afbeelding met diagram, lijn, schets, origami&#10;&#10;Door AI gegenereerde inhoud is mogelijk onjuist.">
            <a:extLst>
              <a:ext uri="{FF2B5EF4-FFF2-40B4-BE49-F238E27FC236}">
                <a16:creationId xmlns:a16="http://schemas.microsoft.com/office/drawing/2014/main" id="{638D94E5-DB37-8D82-EC38-C912C82D97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1372" y="2408791"/>
            <a:ext cx="6148925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7770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F7A366-A083-0C79-8D5B-2932AE2F22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45E0AC0-0903-C3F1-BD33-1E6DC1164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3E19375-BEA5-941B-40DE-FD6C98D890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B77F7C0-0978-9185-3648-6E26818B396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658873" y="2167028"/>
            <a:ext cx="1115514" cy="376684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2BE661FC-2C7C-B56F-513E-C2114EFCC3B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FEF4B43C-BFA4-B2E5-0474-989EA789B2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8330A3AA-5D7D-FA9F-6D4F-D47648E0C3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1F82CE6D-7801-B188-816F-045BFEBB5FD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D4DF15EF-4CA6-BC7E-9B0E-ACF6270F640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7F2A952-CF41-A511-3D13-A167B1AD732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745CA033-7FAA-1790-A8E5-86198100AE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692405" y="2408791"/>
            <a:ext cx="4246858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110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478023-70DA-5181-BC0E-C2DF12534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A34F0A1-3EB1-ED85-1A2A-5286A3D364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1F65E20-2396-FBDD-884D-0F29E25780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2D7FD0E9-D032-4A0D-3F09-F60C773DC605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90157" y="474365"/>
            <a:ext cx="1115514" cy="351081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055B2A6E-3866-1DC4-C114-F240136F2A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2B20B35-9502-3EA8-1E1D-704FCF99FA2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FEE817E-C7C3-048E-2A5A-DFCEDC41272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482869D8-A27D-5C5D-209B-C99E07E35F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411F82C6-2744-9F8E-3D6B-C268A13C47D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E88813A-E248-5408-E9EB-66572D1771D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82A8A4AE-2011-4A4B-71A7-7672331A0A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76309" y="2408791"/>
            <a:ext cx="4079050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896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A79EF5-5FBC-CA9C-818E-E6C2BE7F6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D6C95E9-4FE4-CDA0-1502-852649918B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657AAD8B-2937-201A-F1BD-CCC6827BAB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A472965-9CA4-50A1-E736-D11CB2BC542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90157" y="1390221"/>
            <a:ext cx="1115514" cy="351081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B393F18-CDA9-6D52-1BA1-3AEAC4CBB67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86C8ECF1-0336-DEE9-F1B5-F63099A0E1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0F4F4D99-1014-F15A-0E5D-0677B952555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10910226-AFB6-3703-3FDE-81052DCF2A5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5D0F5128-ECC7-6452-A705-60E13253144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18BE0FAA-D903-E7A4-DEAE-D8E0D4D9E0B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5A87C192-26F4-F5F7-9FEE-D5D9D668BB4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76309" y="2408791"/>
            <a:ext cx="4079050" cy="20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8901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98D253-DEEE-0CF0-68D4-5C2AEC9CA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2DF0D617-4EB6-3A3A-14F2-D08B9A388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CEA793A-B246-E02C-7A3C-7F1BE58CA61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EDBDD19-2523-90F6-8E43-51E2702CBBC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90157" y="500739"/>
            <a:ext cx="1115514" cy="351081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964E9F2F-854A-1C2C-DAAC-C07187D190D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11339E17-D682-C455-71EB-34D5A929E52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69B11955-DB64-3A81-90E7-7C987E28C9C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FC5AD5DF-4C5E-16BA-AA9F-78892F466182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0740B17D-ADFC-DB73-5640-1F4F97A94594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EC97BE94-66DA-E6D6-57BB-2BB73E68983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C2AA669-2B50-B3F1-23D2-F77881BED38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926070" y="1620692"/>
            <a:ext cx="1883445" cy="3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0136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3970E-7AC0-2913-6686-5D3FB3FC1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BA02F0E5-F35A-3D12-C073-3CF8064E5D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5520D874-0448-8B00-3A25-993058F3F99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D046D2D-1C1F-BF3E-F1F1-622EE22CE2F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658873" y="2167028"/>
            <a:ext cx="1115514" cy="376684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3BF5AFFE-E78C-C884-22B0-BECE2205EB8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5B7C390-0BCE-71DE-0449-20C57587CAC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7F7009F6-2A9F-F62B-E2D6-F494E8ADB38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70F267B9-4004-6F15-9679-DFBC6DF55E0B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3B4BEA30-ADD1-1D18-6010-8CDC813C28EF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53E08B2B-024C-9625-BCE0-9FEB6410269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F6F0AAB1-152E-4608-C104-B526229FD3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056742" y="1809023"/>
            <a:ext cx="1774216" cy="36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99407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09D6A4-E73C-5429-4C59-9C05140B3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160F2EE2-816B-5C2C-A1B1-E8026959A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A72484E8-A424-289F-61A1-A544260C9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B8FB89D-A8F2-22D1-CF5D-D7C012DA255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18173" y="1248579"/>
            <a:ext cx="1115514" cy="376684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4BE2FCE-3B91-A456-B117-AAFEB11DCD6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AA3EE6C9-2823-8040-73F6-C8406166867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F71BE9AD-0806-FF2D-3CC3-1FF9E8C8FF0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AAFD41A7-03AB-37F2-BBC6-C6E6662966D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7BCC6952-E0A5-28B8-B5D4-9A34941766A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627BFD6C-120F-99F4-45D6-9B9401E9413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D44F592A-BD18-7635-45B4-423D7A04A6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6867076" y="1759862"/>
            <a:ext cx="1883445" cy="37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682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0C5E2-D4BF-3BE0-D4E5-0FAC09994B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06B50C95-D60B-7C69-7D4D-27D3D16CD0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59AE9C8-B429-323F-6614-5BE8E5ABD1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1197FE2C-A8C1-66DC-65FC-DD8347251E4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518173" y="1248579"/>
            <a:ext cx="1115514" cy="376684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503C9DFB-0052-7F3A-F51D-CA9F6DB3BD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706C036E-B926-43C7-D148-5BD317FA624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DC1494E1-BF7F-2C21-E48E-24DE9846A73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666BA683-1E01-5FCE-ED5C-4786284AF6FA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ACE9A2AF-820B-EDFF-7EFE-FA5C768CA3B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F9B08ACD-D5E2-0DD7-AFF3-59AC1DEE059A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36EB28C-393F-BBD4-8FCB-46471A8932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785510" y="2369653"/>
            <a:ext cx="376704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673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CE63B-E66C-60F6-42F2-40F0C1DAD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A6C9A23-85D0-8B66-9816-2C4460CDC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0A3BA7C5-ECAD-E209-22E6-077BC14521B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9C9213F6-606F-484F-7F02-3C42A6CAD7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308304" y="477560"/>
            <a:ext cx="1115514" cy="3504420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57DA39E-A56C-622E-0966-18721FD0E12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E3ACCBF8-4BA5-87F5-A33E-FF46862AEB2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A39FB602-33A6-A208-B3BB-0AB406F334D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EC5747F2-991B-30C7-B200-6179F12B3C8E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BAED43B-0D0C-3039-7A68-A400BA71459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6F22B137-03EE-FEDD-07C4-9844360085D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AF56F11D-1032-FEB1-1FBD-71251416732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932312" y="2493448"/>
            <a:ext cx="376704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210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9C21D-8BBB-2C8C-0070-557E25050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6D771126-93BE-2910-13F6-E6B562CD2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4991" y="6492867"/>
            <a:ext cx="1765297" cy="365125"/>
          </a:xfrm>
        </p:spPr>
        <p:txBody>
          <a:bodyPr/>
          <a:lstStyle/>
          <a:p>
            <a:r>
              <a:rPr lang="nl-NL"/>
              <a:t>© Noordhoff Uitgevers bv</a:t>
            </a:r>
            <a:endParaRPr lang="en-GB" dirty="0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D2AEEE8D-FA45-B7DB-9FC8-04DD23E4059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 dirty="0"/>
              <a:t>Wat is hier gekleurd?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D7A8210F-4EB6-FAFD-5AC6-60DB991517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rot="5400000">
            <a:off x="1655824" y="2165337"/>
            <a:ext cx="1115514" cy="3766842"/>
          </a:xfrm>
        </p:spPr>
        <p:txBody>
          <a:bodyPr/>
          <a:lstStyle/>
          <a:p>
            <a:endParaRPr lang="nl-NL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4DC66073-80F0-5A48-89B7-38B1219D7AF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4991" y="1916552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A</a:t>
            </a:r>
          </a:p>
        </p:txBody>
      </p:sp>
      <p:sp>
        <p:nvSpPr>
          <p:cNvPr id="7" name="Tijdelijke aanduiding voor tekst 6">
            <a:extLst>
              <a:ext uri="{FF2B5EF4-FFF2-40B4-BE49-F238E27FC236}">
                <a16:creationId xmlns:a16="http://schemas.microsoft.com/office/drawing/2014/main" id="{BF32B338-C3FE-98BA-E7F6-76804FA4093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349758" y="1916552"/>
            <a:ext cx="2353561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ribbe</a:t>
            </a:r>
          </a:p>
        </p:txBody>
      </p:sp>
      <p:sp>
        <p:nvSpPr>
          <p:cNvPr id="8" name="Tijdelijke aanduiding voor tekst 7">
            <a:extLst>
              <a:ext uri="{FF2B5EF4-FFF2-40B4-BE49-F238E27FC236}">
                <a16:creationId xmlns:a16="http://schemas.microsoft.com/office/drawing/2014/main" id="{9A870A48-D5E2-455E-5A3F-EF8901EF5E73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349758" y="2864844"/>
            <a:ext cx="219811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zijvlak</a:t>
            </a:r>
          </a:p>
        </p:txBody>
      </p:sp>
      <p:sp>
        <p:nvSpPr>
          <p:cNvPr id="15" name="Tijdelijke aanduiding voor tekst 14">
            <a:extLst>
              <a:ext uri="{FF2B5EF4-FFF2-40B4-BE49-F238E27FC236}">
                <a16:creationId xmlns:a16="http://schemas.microsoft.com/office/drawing/2014/main" id="{69A78EC5-1E3D-1CF3-2ECE-8D667718C57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349758" y="3780701"/>
            <a:ext cx="2609593" cy="594000"/>
          </a:xfrm>
        </p:spPr>
        <p:txBody>
          <a:bodyPr/>
          <a:lstStyle/>
          <a:p>
            <a:pPr algn="l"/>
            <a:r>
              <a:rPr lang="nl-NL" dirty="0">
                <a:latin typeface="+mn-lt"/>
              </a:rPr>
              <a:t>een hoekpunt</a:t>
            </a:r>
          </a:p>
        </p:txBody>
      </p:sp>
      <p:sp>
        <p:nvSpPr>
          <p:cNvPr id="17" name="Tijdelijke aanduiding voor tekst 16">
            <a:extLst>
              <a:ext uri="{FF2B5EF4-FFF2-40B4-BE49-F238E27FC236}">
                <a16:creationId xmlns:a16="http://schemas.microsoft.com/office/drawing/2014/main" id="{1A93411D-A602-98B8-8F83-08384768209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4991" y="2835000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B</a:t>
            </a:r>
          </a:p>
        </p:txBody>
      </p:sp>
      <p:sp>
        <p:nvSpPr>
          <p:cNvPr id="18" name="Tijdelijke aanduiding voor tekst 17">
            <a:extLst>
              <a:ext uri="{FF2B5EF4-FFF2-40B4-BE49-F238E27FC236}">
                <a16:creationId xmlns:a16="http://schemas.microsoft.com/office/drawing/2014/main" id="{C180D4F4-452A-F292-EF97-8EE91289779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4991" y="3753448"/>
            <a:ext cx="594000" cy="594000"/>
          </a:xfrm>
        </p:spPr>
        <p:txBody>
          <a:bodyPr>
            <a:noAutofit/>
          </a:bodyPr>
          <a:lstStyle/>
          <a:p>
            <a:r>
              <a:rPr lang="nl-NL" dirty="0"/>
              <a:t>C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5636443-8C3E-46FE-8362-99D09FA72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834688" y="2429757"/>
            <a:ext cx="3805216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9213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38AAD88A-37CC-5DAD-CD09-FBABBE5DED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401C0D2F-EF09-280C-86C8-ECC128773F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115671"/>
            <a:ext cx="8776649" cy="4262574"/>
          </a:xfrm>
        </p:spPr>
        <p:txBody>
          <a:bodyPr>
            <a:normAutofit/>
          </a:bodyPr>
          <a:lstStyle/>
          <a:p>
            <a:r>
              <a:rPr lang="nl-NL" dirty="0"/>
              <a:t>Een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balk</a:t>
            </a:r>
            <a:r>
              <a:rPr lang="nl-NL" b="1" dirty="0"/>
              <a:t> </a:t>
            </a:r>
            <a:r>
              <a:rPr lang="nl-NL" dirty="0"/>
              <a:t>heeft</a:t>
            </a:r>
          </a:p>
          <a:p>
            <a:r>
              <a:rPr lang="nl-NL" dirty="0"/>
              <a:t>• 6 platte zijvlakken</a:t>
            </a:r>
          </a:p>
          <a:p>
            <a:r>
              <a:rPr lang="nl-NL" dirty="0"/>
              <a:t>• 8 hoekpunten</a:t>
            </a:r>
          </a:p>
          <a:p>
            <a:r>
              <a:rPr lang="nl-NL" dirty="0"/>
              <a:t>• 12 ribben.</a:t>
            </a:r>
          </a:p>
          <a:p>
            <a:r>
              <a:rPr lang="nl-NL" dirty="0"/>
              <a:t>Bij de hoekpunten van de balk hiernaast </a:t>
            </a:r>
            <a:br>
              <a:rPr lang="nl-NL" dirty="0"/>
            </a:br>
            <a:r>
              <a:rPr lang="nl-NL" dirty="0"/>
              <a:t>zie je de hoofdletters </a:t>
            </a:r>
            <a:r>
              <a:rPr lang="nl-NL" i="1" dirty="0"/>
              <a:t>S </a:t>
            </a:r>
            <a:r>
              <a:rPr lang="nl-NL" dirty="0"/>
              <a:t>tot en met </a:t>
            </a:r>
            <a:r>
              <a:rPr lang="nl-NL" i="1" dirty="0"/>
              <a:t>Z</a:t>
            </a:r>
            <a:r>
              <a:rPr lang="nl-NL" dirty="0"/>
              <a:t>. </a:t>
            </a:r>
          </a:p>
          <a:p>
            <a:r>
              <a:rPr lang="nl-NL" dirty="0"/>
              <a:t>Deze balk heet </a:t>
            </a:r>
            <a:r>
              <a:rPr lang="nl-NL" i="1" dirty="0"/>
              <a:t>balk STUV WXYZ</a:t>
            </a:r>
            <a:r>
              <a:rPr lang="nl-NL" dirty="0"/>
              <a:t>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1D0D7F3E-21F6-4AD0-2AD4-DE49A2A4528F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F Balk</a:t>
            </a:r>
          </a:p>
        </p:txBody>
      </p:sp>
      <p:pic>
        <p:nvPicPr>
          <p:cNvPr id="5" name="Afbeelding 4" descr="Afbeelding met lijn, diagram, Perceel, ontwerp&#10;&#10;Door AI gegenereerde inhoud is mogelijk onjuist.">
            <a:extLst>
              <a:ext uri="{FF2B5EF4-FFF2-40B4-BE49-F238E27FC236}">
                <a16:creationId xmlns:a16="http://schemas.microsoft.com/office/drawing/2014/main" id="{22BF6648-23DC-0421-DD17-7ACBA173600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03122" y="1566948"/>
            <a:ext cx="3018073" cy="34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97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904C1-8A02-1497-DE60-540CA802E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C206B9E9-53D7-6C9D-480F-206720E10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9" name="Tijdelijke aanduiding voor tekst 8">
            <a:extLst>
              <a:ext uri="{FF2B5EF4-FFF2-40B4-BE49-F238E27FC236}">
                <a16:creationId xmlns:a16="http://schemas.microsoft.com/office/drawing/2014/main" id="{74B5FE00-2920-2ADC-C9E0-A0792A2029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411" y="1051034"/>
            <a:ext cx="8776649" cy="4903824"/>
          </a:xfrm>
        </p:spPr>
        <p:txBody>
          <a:bodyPr>
            <a:normAutofit lnSpcReduction="10000"/>
          </a:bodyPr>
          <a:lstStyle/>
          <a:p>
            <a:r>
              <a:rPr lang="nl-NL" dirty="0"/>
              <a:t>Bij het benoemen van een ribbe zet je de letters in</a:t>
            </a:r>
            <a:br>
              <a:rPr lang="nl-NL" dirty="0"/>
            </a:br>
            <a:r>
              <a:rPr lang="nl-NL" dirty="0"/>
              <a:t>alfabetische volgorde. </a:t>
            </a:r>
          </a:p>
          <a:p>
            <a:r>
              <a:rPr lang="nl-NL" dirty="0"/>
              <a:t>De groene ribbe is ribbe </a:t>
            </a:r>
            <a:r>
              <a:rPr lang="nl-NL" i="1" dirty="0"/>
              <a:t>SW</a:t>
            </a:r>
            <a:r>
              <a:rPr lang="nl-NL" dirty="0"/>
              <a:t>.</a:t>
            </a:r>
          </a:p>
          <a:p>
            <a:r>
              <a:rPr lang="nl-NL" dirty="0"/>
              <a:t>In de balk is </a:t>
            </a:r>
            <a:r>
              <a:rPr lang="nl-NL" b="1" dirty="0">
                <a:solidFill>
                  <a:schemeClr val="accent2">
                    <a:lumMod val="60000"/>
                    <a:lumOff val="40000"/>
                  </a:schemeClr>
                </a:solidFill>
              </a:rPr>
              <a:t>lichaamsdiagonaal</a:t>
            </a:r>
            <a:r>
              <a:rPr lang="nl-NL" b="1" dirty="0"/>
              <a:t> </a:t>
            </a:r>
            <a:r>
              <a:rPr lang="nl-NL" i="1" dirty="0"/>
              <a:t>SY </a:t>
            </a:r>
            <a:r>
              <a:rPr lang="nl-NL" dirty="0"/>
              <a:t>getekend.</a:t>
            </a:r>
          </a:p>
          <a:p>
            <a:r>
              <a:rPr lang="nl-NL" dirty="0"/>
              <a:t>De lichaamsdiagonaal loopt dwars door de balk</a:t>
            </a:r>
            <a:br>
              <a:rPr lang="nl-NL" dirty="0"/>
            </a:br>
            <a:r>
              <a:rPr lang="nl-NL" dirty="0"/>
              <a:t>en verbindt twee hoekpunten.</a:t>
            </a:r>
          </a:p>
          <a:p>
            <a:r>
              <a:rPr lang="nl-NL" dirty="0"/>
              <a:t>Bij het benoemen van een zijvlak begin je</a:t>
            </a:r>
            <a:br>
              <a:rPr lang="nl-NL" dirty="0"/>
            </a:br>
            <a:r>
              <a:rPr lang="nl-NL" dirty="0"/>
              <a:t>linksonder. </a:t>
            </a:r>
          </a:p>
          <a:p>
            <a:r>
              <a:rPr lang="nl-NL" dirty="0"/>
              <a:t>Je gaat rechtsom langs de hoekpunten.</a:t>
            </a:r>
          </a:p>
          <a:p>
            <a:r>
              <a:rPr lang="nl-NL" dirty="0"/>
              <a:t>Het gekleurde zijvlak is zijvlak </a:t>
            </a:r>
            <a:r>
              <a:rPr lang="nl-NL" i="1" dirty="0"/>
              <a:t>VUYZ</a:t>
            </a:r>
            <a:r>
              <a:rPr lang="nl-NL" dirty="0"/>
              <a:t>.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6D424D12-0AE6-C837-F116-33487D7E4DF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410" y="5954858"/>
            <a:ext cx="11218466" cy="650102"/>
          </a:xfrm>
        </p:spPr>
        <p:txBody>
          <a:bodyPr anchor="ctr">
            <a:normAutofit/>
          </a:bodyPr>
          <a:lstStyle/>
          <a:p>
            <a:r>
              <a:rPr lang="nl-NL" b="1" dirty="0"/>
              <a:t>Leerdoel</a:t>
            </a:r>
            <a:r>
              <a:rPr lang="nl-NL" dirty="0"/>
              <a:t> Je kunt hoekpunten, ribben, lichaamsdiagonalen en zijvlakken van een balk met letters benoemen.</a:t>
            </a:r>
          </a:p>
        </p:txBody>
      </p:sp>
      <p:sp>
        <p:nvSpPr>
          <p:cNvPr id="3" name="Ondertitel 1">
            <a:extLst>
              <a:ext uri="{FF2B5EF4-FFF2-40B4-BE49-F238E27FC236}">
                <a16:creationId xmlns:a16="http://schemas.microsoft.com/office/drawing/2014/main" id="{A08AA5C4-C8B7-1296-F502-8E682F77810F}"/>
              </a:ext>
            </a:extLst>
          </p:cNvPr>
          <p:cNvSpPr txBox="1">
            <a:spLocks/>
          </p:cNvSpPr>
          <p:nvPr/>
        </p:nvSpPr>
        <p:spPr>
          <a:xfrm>
            <a:off x="762000" y="253040"/>
            <a:ext cx="10219267" cy="464869"/>
          </a:xfrm>
          <a:prstGeom prst="rect">
            <a:avLst/>
          </a:prstGeom>
        </p:spPr>
        <p:txBody>
          <a:bodyPr>
            <a:noAutofit/>
          </a:bodyPr>
          <a:lstStyle>
            <a:lvl1pPr marL="228600" marR="0" lvl="0" indent="-228600" algn="l" defTabSz="914400" rtl="0" eaLnBrk="1" fontAlgn="auto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1pPr>
            <a:lvl2pPr marL="685800" marR="0" lvl="1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1143000" marR="0" lvl="2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600200" marR="0" lvl="3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2057400" marR="0" lvl="4" indent="-22860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Char char="•"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nl-NL" sz="3000" b="1" dirty="0"/>
              <a:t>Theorie F Balk</a:t>
            </a:r>
          </a:p>
        </p:txBody>
      </p:sp>
      <p:pic>
        <p:nvPicPr>
          <p:cNvPr id="5" name="Afbeelding 4" descr="Afbeelding met lijn, diagram, Perceel, ontwerp&#10;&#10;Door AI gegenereerde inhoud is mogelijk onjuist.">
            <a:extLst>
              <a:ext uri="{FF2B5EF4-FFF2-40B4-BE49-F238E27FC236}">
                <a16:creationId xmlns:a16="http://schemas.microsoft.com/office/drawing/2014/main" id="{56EC8B60-1286-5EA6-E7D3-053C7AD79ACC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EFD"/>
              </a:clrFrom>
              <a:clrTo>
                <a:srgbClr val="FFFEFD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8703122" y="1566948"/>
            <a:ext cx="3018073" cy="34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3831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5FD822E9-B026-C409-C9DD-88E0D7C7A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5F6671C4-E2C8-14D2-A774-1F92C33EF0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603756" cy="739260"/>
          </a:xfrm>
        </p:spPr>
        <p:txBody>
          <a:bodyPr>
            <a:normAutofit fontScale="92500"/>
          </a:bodyPr>
          <a:lstStyle/>
          <a:p>
            <a:r>
              <a:rPr lang="nl-NL" dirty="0"/>
              <a:t>Testopgave Balk </a:t>
            </a:r>
            <a:r>
              <a:rPr lang="nl-NL" i="1" dirty="0"/>
              <a:t>KLMN OPQR </a:t>
            </a:r>
            <a:r>
              <a:rPr lang="nl-NL" dirty="0"/>
              <a:t>(blz. 34)</a:t>
            </a:r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CE39BB88-5B3C-76A5-B92B-6FB664CEDB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851660"/>
            <a:ext cx="6088750" cy="4186752"/>
          </a:xfrm>
        </p:spPr>
        <p:txBody>
          <a:bodyPr/>
          <a:lstStyle/>
          <a:p>
            <a:r>
              <a:rPr lang="nl-NL" dirty="0"/>
              <a:t>Welk hoekpunt is geel gekleurd?</a:t>
            </a:r>
          </a:p>
          <a:p>
            <a:r>
              <a:rPr lang="nl-NL" dirty="0"/>
              <a:t>Welke ribbe is paars gekleurd?</a:t>
            </a:r>
          </a:p>
          <a:p>
            <a:r>
              <a:rPr lang="nl-NL" dirty="0"/>
              <a:t>Welke lichaamsdiagonaal is rood gekleurd?</a:t>
            </a:r>
          </a:p>
          <a:p>
            <a:r>
              <a:rPr lang="nl-NL" dirty="0"/>
              <a:t>Welk zijvlak is blauw gekleurd?</a:t>
            </a:r>
          </a:p>
        </p:txBody>
      </p:sp>
      <p:pic>
        <p:nvPicPr>
          <p:cNvPr id="4" name="Afbeelding 3" descr="Afbeelding met lijn, diagram, Perceel, Parallel&#10;&#10;Door AI gegenereerde inhoud is mogelijk onjuist.">
            <a:extLst>
              <a:ext uri="{FF2B5EF4-FFF2-40B4-BE49-F238E27FC236}">
                <a16:creationId xmlns:a16="http://schemas.microsoft.com/office/drawing/2014/main" id="{B1A9E761-394C-EC7E-286C-763264C7C7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1834" y="3153600"/>
            <a:ext cx="4039580" cy="259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0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1FCAF3-D6E2-2A8A-8DE9-B85582638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voettekst 1">
            <a:extLst>
              <a:ext uri="{FF2B5EF4-FFF2-40B4-BE49-F238E27FC236}">
                <a16:creationId xmlns:a16="http://schemas.microsoft.com/office/drawing/2014/main" id="{A536475D-9BB7-C0FD-6E4F-BBDBA874A5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nl-NL">
                <a:solidFill>
                  <a:schemeClr val="tx1"/>
                </a:solidFill>
              </a:rPr>
              <a:t>© Noordhoff Uitgevers bv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85027583-4C0F-9E63-BCEA-78ABF89B7E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8078" y="1112400"/>
            <a:ext cx="6603756" cy="739260"/>
          </a:xfrm>
        </p:spPr>
        <p:txBody>
          <a:bodyPr>
            <a:normAutofit fontScale="92500"/>
          </a:bodyPr>
          <a:lstStyle/>
          <a:p>
            <a:r>
              <a:rPr lang="nl-NL" dirty="0"/>
              <a:t>Testopgave Balk </a:t>
            </a:r>
            <a:r>
              <a:rPr lang="nl-NL" i="1" dirty="0"/>
              <a:t>KLMN OPQR </a:t>
            </a:r>
            <a:r>
              <a:rPr lang="nl-NL" dirty="0"/>
              <a:t>(blz. 34)</a:t>
            </a:r>
            <a:endParaRPr lang="nl-NL" i="1" dirty="0"/>
          </a:p>
        </p:txBody>
      </p:sp>
      <p:sp>
        <p:nvSpPr>
          <p:cNvPr id="6" name="Tijdelijke aanduiding voor tekst 5">
            <a:extLst>
              <a:ext uri="{FF2B5EF4-FFF2-40B4-BE49-F238E27FC236}">
                <a16:creationId xmlns:a16="http://schemas.microsoft.com/office/drawing/2014/main" id="{D3ED1C32-69AB-5408-6DAD-61C5C29CE3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48078" y="1659835"/>
            <a:ext cx="6088750" cy="4378577"/>
          </a:xfrm>
        </p:spPr>
        <p:txBody>
          <a:bodyPr>
            <a:normAutofit/>
          </a:bodyPr>
          <a:lstStyle/>
          <a:p>
            <a:r>
              <a:rPr lang="nl-NL" dirty="0"/>
              <a:t>Welk hoekpunt is geel gekleurd?</a:t>
            </a:r>
          </a:p>
          <a:p>
            <a:endParaRPr lang="nl-NL" dirty="0"/>
          </a:p>
          <a:p>
            <a:r>
              <a:rPr lang="nl-NL" dirty="0"/>
              <a:t>Welke ribbe is paars gekleurd?</a:t>
            </a:r>
          </a:p>
          <a:p>
            <a:endParaRPr lang="nl-NL" dirty="0"/>
          </a:p>
          <a:p>
            <a:r>
              <a:rPr lang="nl-NL" dirty="0"/>
              <a:t>Welke lichaamsdiagonaal is rood gekleurd?</a:t>
            </a:r>
          </a:p>
          <a:p>
            <a:endParaRPr lang="nl-NL" dirty="0"/>
          </a:p>
          <a:p>
            <a:r>
              <a:rPr lang="nl-NL" dirty="0"/>
              <a:t>Welk zijvlak is blauw gekleurd?</a:t>
            </a:r>
          </a:p>
        </p:txBody>
      </p:sp>
      <p:pic>
        <p:nvPicPr>
          <p:cNvPr id="4" name="Afbeelding 3" descr="Afbeelding met lijn, diagram, Perceel, Parallel&#10;&#10;Door AI gegenereerde inhoud is mogelijk onjuist.">
            <a:extLst>
              <a:ext uri="{FF2B5EF4-FFF2-40B4-BE49-F238E27FC236}">
                <a16:creationId xmlns:a16="http://schemas.microsoft.com/office/drawing/2014/main" id="{6FCA2445-53B1-80A2-45D0-C96918D135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8182" y="3292748"/>
            <a:ext cx="4039580" cy="2592000"/>
          </a:xfrm>
          <a:prstGeom prst="rect">
            <a:avLst/>
          </a:prstGeom>
        </p:spPr>
      </p:pic>
      <p:sp>
        <p:nvSpPr>
          <p:cNvPr id="3" name="Tekstvak 2">
            <a:extLst>
              <a:ext uri="{FF2B5EF4-FFF2-40B4-BE49-F238E27FC236}">
                <a16:creationId xmlns:a16="http://schemas.microsoft.com/office/drawing/2014/main" id="{D1B23CD3-708A-B00C-A27A-878C77544A78}"/>
              </a:ext>
            </a:extLst>
          </p:cNvPr>
          <p:cNvSpPr txBox="1"/>
          <p:nvPr/>
        </p:nvSpPr>
        <p:spPr>
          <a:xfrm>
            <a:off x="1318248" y="2049210"/>
            <a:ext cx="704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Hoekpunt </a:t>
            </a:r>
            <a:r>
              <a:rPr lang="nl-NL" sz="3200" i="1" dirty="0">
                <a:solidFill>
                  <a:srgbClr val="FF0000"/>
                </a:solidFill>
              </a:rPr>
              <a:t>P</a:t>
            </a:r>
            <a:r>
              <a:rPr lang="nl-NL" sz="3200" dirty="0">
                <a:solidFill>
                  <a:srgbClr val="FF0000"/>
                </a:solidFill>
              </a:rPr>
              <a:t> is geel gekleurd.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FC40B497-08CD-4D83-E82D-B226797D698C}"/>
              </a:ext>
            </a:extLst>
          </p:cNvPr>
          <p:cNvSpPr txBox="1"/>
          <p:nvPr/>
        </p:nvSpPr>
        <p:spPr>
          <a:xfrm>
            <a:off x="1318248" y="3181420"/>
            <a:ext cx="704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Ribbe </a:t>
            </a:r>
            <a:r>
              <a:rPr lang="nl-NL" sz="3200" i="1" dirty="0">
                <a:solidFill>
                  <a:srgbClr val="FF0000"/>
                </a:solidFill>
              </a:rPr>
              <a:t>QR</a:t>
            </a:r>
            <a:r>
              <a:rPr lang="nl-NL" sz="3200" dirty="0">
                <a:solidFill>
                  <a:srgbClr val="FF0000"/>
                </a:solidFill>
              </a:rPr>
              <a:t> is paars gekleurd.</a:t>
            </a:r>
          </a:p>
        </p:txBody>
      </p:sp>
      <p:sp>
        <p:nvSpPr>
          <p:cNvPr id="8" name="Tekstvak 7">
            <a:extLst>
              <a:ext uri="{FF2B5EF4-FFF2-40B4-BE49-F238E27FC236}">
                <a16:creationId xmlns:a16="http://schemas.microsoft.com/office/drawing/2014/main" id="{543C7E1D-A4CD-78BE-D886-DC8D526E5099}"/>
              </a:ext>
            </a:extLst>
          </p:cNvPr>
          <p:cNvSpPr txBox="1"/>
          <p:nvPr/>
        </p:nvSpPr>
        <p:spPr>
          <a:xfrm>
            <a:off x="1282840" y="4794872"/>
            <a:ext cx="704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Lichaamsdiagonaal </a:t>
            </a:r>
            <a:r>
              <a:rPr lang="nl-NL" sz="3200" i="1" dirty="0">
                <a:solidFill>
                  <a:srgbClr val="FF0000"/>
                </a:solidFill>
              </a:rPr>
              <a:t>MO</a:t>
            </a:r>
            <a:r>
              <a:rPr lang="nl-NL" sz="3200" dirty="0">
                <a:solidFill>
                  <a:srgbClr val="FF0000"/>
                </a:solidFill>
              </a:rPr>
              <a:t> is rood gekleurd.</a:t>
            </a:r>
          </a:p>
        </p:txBody>
      </p:sp>
      <p:sp>
        <p:nvSpPr>
          <p:cNvPr id="9" name="Tekstvak 8">
            <a:extLst>
              <a:ext uri="{FF2B5EF4-FFF2-40B4-BE49-F238E27FC236}">
                <a16:creationId xmlns:a16="http://schemas.microsoft.com/office/drawing/2014/main" id="{A5165E9C-643C-17A5-D983-81DE83581D72}"/>
              </a:ext>
            </a:extLst>
          </p:cNvPr>
          <p:cNvSpPr txBox="1"/>
          <p:nvPr/>
        </p:nvSpPr>
        <p:spPr>
          <a:xfrm>
            <a:off x="1318248" y="5870678"/>
            <a:ext cx="704056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sz="3200" dirty="0">
                <a:solidFill>
                  <a:srgbClr val="FF0000"/>
                </a:solidFill>
              </a:rPr>
              <a:t>Zijvlak </a:t>
            </a:r>
            <a:r>
              <a:rPr lang="nl-NL" sz="3200" i="1" dirty="0">
                <a:solidFill>
                  <a:srgbClr val="FF0000"/>
                </a:solidFill>
              </a:rPr>
              <a:t>KLMN</a:t>
            </a:r>
            <a:r>
              <a:rPr lang="nl-NL" sz="3200" dirty="0">
                <a:solidFill>
                  <a:srgbClr val="FF0000"/>
                </a:solidFill>
              </a:rPr>
              <a:t> is blauw gekleurd.</a:t>
            </a:r>
          </a:p>
        </p:txBody>
      </p:sp>
      <p:sp>
        <p:nvSpPr>
          <p:cNvPr id="10" name="Tekstvak 9">
            <a:extLst>
              <a:ext uri="{FF2B5EF4-FFF2-40B4-BE49-F238E27FC236}">
                <a16:creationId xmlns:a16="http://schemas.microsoft.com/office/drawing/2014/main" id="{521B4E7B-67F5-37C9-FB87-ECA48DB557E0}"/>
              </a:ext>
            </a:extLst>
          </p:cNvPr>
          <p:cNvSpPr txBox="1"/>
          <p:nvPr/>
        </p:nvSpPr>
        <p:spPr>
          <a:xfrm>
            <a:off x="385797" y="2183784"/>
            <a:ext cx="417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7E77551D-14A2-A97F-BF7C-98872BA21E67}"/>
              </a:ext>
            </a:extLst>
          </p:cNvPr>
          <p:cNvSpPr txBox="1"/>
          <p:nvPr/>
        </p:nvSpPr>
        <p:spPr>
          <a:xfrm>
            <a:off x="402019" y="3336490"/>
            <a:ext cx="417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2" name="Tekstvak 11">
            <a:extLst>
              <a:ext uri="{FF2B5EF4-FFF2-40B4-BE49-F238E27FC236}">
                <a16:creationId xmlns:a16="http://schemas.microsoft.com/office/drawing/2014/main" id="{A2B8DB20-F4E4-4EB4-B56A-9305C5A83690}"/>
              </a:ext>
            </a:extLst>
          </p:cNvPr>
          <p:cNvSpPr txBox="1"/>
          <p:nvPr/>
        </p:nvSpPr>
        <p:spPr>
          <a:xfrm>
            <a:off x="385797" y="4939169"/>
            <a:ext cx="417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B3E9A127-D418-4CBF-3C55-FF63F84D9D23}"/>
              </a:ext>
            </a:extLst>
          </p:cNvPr>
          <p:cNvSpPr txBox="1"/>
          <p:nvPr/>
        </p:nvSpPr>
        <p:spPr>
          <a:xfrm>
            <a:off x="392080" y="6045392"/>
            <a:ext cx="4174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nl-NL" dirty="0">
                <a:solidFill>
                  <a:srgbClr val="FF0000"/>
                </a:solidFill>
              </a:rPr>
              <a:t>1p</a:t>
            </a:r>
          </a:p>
        </p:txBody>
      </p:sp>
      <p:sp>
        <p:nvSpPr>
          <p:cNvPr id="15" name="Tijdelijke aanduiding voor tekst 84">
            <a:extLst>
              <a:ext uri="{FF2B5EF4-FFF2-40B4-BE49-F238E27FC236}">
                <a16:creationId xmlns:a16="http://schemas.microsoft.com/office/drawing/2014/main" id="{BCAA11ED-2B4B-CB24-55A5-06128308C772}"/>
              </a:ext>
            </a:extLst>
          </p:cNvPr>
          <p:cNvSpPr>
            <a:spLocks noGrp="1"/>
          </p:cNvSpPr>
          <p:nvPr/>
        </p:nvSpPr>
        <p:spPr>
          <a:xfrm>
            <a:off x="8048182" y="1140906"/>
            <a:ext cx="2016928" cy="1037857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w="19050">
            <a:solidFill>
              <a:srgbClr val="FF0000"/>
            </a:solidFill>
          </a:ln>
        </p:spPr>
        <p:txBody>
          <a:bodyPr vert="horz" wrap="square" lIns="0" tIns="151200" rIns="1080000" bIns="0" anchor="t" anchorCtr="0" compatLnSpc="1">
            <a:noAutofit/>
          </a:bodyPr>
          <a:lstStyle>
            <a:lvl1pPr marL="0" marR="0" lvl="0" indent="0" algn="r" defTabSz="914400" rtl="0" eaLnBrk="1" fontAlgn="auto" hangingPunct="1">
              <a:lnSpc>
                <a:spcPts val="121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+mj-lt"/>
              <a:buNone/>
              <a:tabLst/>
              <a:defRPr lang="nl-NL" sz="1800" b="0" i="0" u="none" strike="noStrike" kern="1200" cap="none" spc="0" baseline="0">
                <a:solidFill>
                  <a:srgbClr val="FF0000"/>
                </a:solidFill>
                <a:uFillTx/>
                <a:latin typeface="+mn-lt"/>
              </a:defRPr>
            </a:lvl1pPr>
            <a:lvl2pPr marL="457200" marR="0" lvl="1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4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2pPr>
            <a:lvl3pPr marL="914400" marR="0" lvl="2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20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3pPr>
            <a:lvl4pPr marL="1371600" marR="0" lvl="3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4pPr>
            <a:lvl5pPr marL="1828800" marR="0" lvl="4" indent="0" algn="l" defTabSz="914400" rtl="0" eaLnBrk="1" fontAlgn="auto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Arial" pitchFamily="34"/>
              <a:buNone/>
              <a:tabLst/>
              <a:defRPr lang="nl-NL" sz="1800" b="0" i="0" u="none" strike="noStrike" kern="1200" cap="none" spc="0" baseline="0">
                <a:solidFill>
                  <a:srgbClr val="000000"/>
                </a:solidFill>
                <a:uFillTx/>
                <a:latin typeface="+mn-lt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l-NL" dirty="0"/>
              <a:t>0 </a:t>
            </a:r>
            <a:r>
              <a:rPr lang="nl-NL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SimSun" panose="02010600030101010101" pitchFamily="2" charset="-122"/>
              </a:rPr>
              <a:t>–</a:t>
            </a:r>
            <a:r>
              <a:rPr lang="nl-NL" dirty="0"/>
              <a:t> 2</a:t>
            </a:r>
          </a:p>
          <a:p>
            <a:r>
              <a:rPr lang="nl-NL" dirty="0"/>
              <a:t>3</a:t>
            </a:r>
          </a:p>
          <a:p>
            <a:r>
              <a:rPr lang="nl-NL" dirty="0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758546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0" grpId="0"/>
      <p:bldP spid="11" grpId="0"/>
      <p:bldP spid="12" grpId="0"/>
      <p:bldP spid="13" grpId="0"/>
      <p:bldP spid="15" grpId="0" animBg="1"/>
    </p:bldLst>
  </p:timing>
</p:sld>
</file>

<file path=ppt/theme/theme1.xml><?xml version="1.0" encoding="utf-8"?>
<a:theme xmlns:a="http://schemas.openxmlformats.org/drawingml/2006/main" name="G&amp;R14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FF_GR14_BasisPowerPoint.potx" id="{85DE7767-28D4-488A-B1E7-BAD6797D6540}" vid="{B78EF8CE-25C6-4674-96D7-A5AC24534CAD}"/>
    </a:ext>
  </a:extLst>
</a:theme>
</file>

<file path=ppt/theme/theme2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Kantoorthema">
  <a:themeElements>
    <a:clrScheme name="_Noordhoff_G&amp;R14">
      <a:dk1>
        <a:srgbClr val="303030"/>
      </a:dk1>
      <a:lt1>
        <a:sysClr val="window" lastClr="FFFFFF"/>
      </a:lt1>
      <a:dk2>
        <a:srgbClr val="44546A"/>
      </a:dk2>
      <a:lt2>
        <a:srgbClr val="EAEECD"/>
      </a:lt2>
      <a:accent1>
        <a:srgbClr val="F9B000"/>
      </a:accent1>
      <a:accent2>
        <a:srgbClr val="004C8D"/>
      </a:accent2>
      <a:accent3>
        <a:srgbClr val="DAE0B9"/>
      </a:accent3>
      <a:accent4>
        <a:srgbClr val="FFD961"/>
      </a:accent4>
      <a:accent5>
        <a:srgbClr val="8AB2DB"/>
      </a:accent5>
      <a:accent6>
        <a:srgbClr val="7DBD7B"/>
      </a:accent6>
      <a:hlink>
        <a:srgbClr val="2198FF"/>
      </a:hlink>
      <a:folHlink>
        <a:srgbClr val="954F72"/>
      </a:folHlink>
    </a:clrScheme>
    <a:fontScheme name="_Noordhoff_GR14">
      <a:majorFont>
        <a:latin typeface="Tahoma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27E00D241C144988ED88ADD87E6DEF" ma:contentTypeVersion="13" ma:contentTypeDescription="Een nieuw document maken." ma:contentTypeScope="" ma:versionID="decac9ff74878720105b1aeff07df72a">
  <xsd:schema xmlns:xsd="http://www.w3.org/2001/XMLSchema" xmlns:xs="http://www.w3.org/2001/XMLSchema" xmlns:p="http://schemas.microsoft.com/office/2006/metadata/properties" xmlns:ns2="d27e653b-d318-4ef3-ba38-8d23e212adcb" xmlns:ns3="271569a7-1784-4b50-bede-f81c246730b5" targetNamespace="http://schemas.microsoft.com/office/2006/metadata/properties" ma:root="true" ma:fieldsID="5c68a0db746ce7de69ea717b1ef40e20" ns2:_="" ns3:_="">
    <xsd:import namespace="d27e653b-d318-4ef3-ba38-8d23e212adcb"/>
    <xsd:import namespace="271569a7-1784-4b50-bede-f81c246730b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7e653b-d318-4ef3-ba38-8d23e212ad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Afbeeldingtags" ma:readOnly="false" ma:fieldId="{5cf76f15-5ced-4ddc-b409-7134ff3c332f}" ma:taxonomyMulti="true" ma:sspId="4834726b-8307-46c9-bb2c-7bd1e590fdb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1569a7-1784-4b50-bede-f81c246730b5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bb85f3a-1f98-426a-95ca-7169bd032e04}" ma:internalName="TaxCatchAll" ma:showField="CatchAllData" ma:web="271569a7-1784-4b50-bede-f81c246730b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27e653b-d318-4ef3-ba38-8d23e212adcb">
      <Terms xmlns="http://schemas.microsoft.com/office/infopath/2007/PartnerControls"/>
    </lcf76f155ced4ddcb4097134ff3c332f>
    <TaxCatchAll xmlns="271569a7-1784-4b50-bede-f81c246730b5" xsi:nil="true"/>
  </documentManagement>
</p:properties>
</file>

<file path=customXml/itemProps1.xml><?xml version="1.0" encoding="utf-8"?>
<ds:datastoreItem xmlns:ds="http://schemas.openxmlformats.org/officeDocument/2006/customXml" ds:itemID="{A056D82F-7AE4-4AFC-9CDB-51F3C5B87C7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BA17386-5B88-4EF7-ABB1-B4CE8C19A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27e653b-d318-4ef3-ba38-8d23e212adcb"/>
    <ds:schemaRef ds:uri="271569a7-1784-4b50-bede-f81c246730b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64C4E7A-E4B6-4A32-8CEB-6FECCB43B894}">
  <ds:schemaRefs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http://schemas.microsoft.com/office/2006/metadata/properties"/>
    <ds:schemaRef ds:uri="http://purl.org/dc/elements/1.1/"/>
    <ds:schemaRef ds:uri="http://schemas.microsoft.com/office/2006/documentManagement/types"/>
    <ds:schemaRef ds:uri="http://www.w3.org/XML/1998/namespace"/>
    <ds:schemaRef ds:uri="271569a7-1784-4b50-bede-f81c246730b5"/>
    <ds:schemaRef ds:uri="d27e653b-d318-4ef3-ba38-8d23e212adcb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NIEUW_template_vFF_GR14_BasisPowerPoint</Template>
  <TotalTime>267</TotalTime>
  <Words>445</Words>
  <Application>Microsoft Office PowerPoint</Application>
  <PresentationFormat>Breedbeeld</PresentationFormat>
  <Paragraphs>131</Paragraphs>
  <Slides>15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15</vt:i4>
      </vt:variant>
    </vt:vector>
  </HeadingPairs>
  <TitlesOfParts>
    <vt:vector size="20" baseType="lpstr">
      <vt:lpstr>Calibri</vt:lpstr>
      <vt:lpstr>Arial</vt:lpstr>
      <vt:lpstr>Times New Roman</vt:lpstr>
      <vt:lpstr>Tahoma</vt:lpstr>
      <vt:lpstr>G&amp;R14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PowerPoint-presentatie</dc:title>
  <dc:creator>Jannis Bartelds</dc:creator>
  <dc:description/>
  <cp:lastModifiedBy>David Hoksbergen</cp:lastModifiedBy>
  <cp:revision>5</cp:revision>
  <dcterms:created xsi:type="dcterms:W3CDTF">2025-10-29T16:05:17Z</dcterms:created>
  <dcterms:modified xsi:type="dcterms:W3CDTF">2026-02-24T08:04:35Z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0x0101007527E00D241C144988ED88ADD87E6DEF</vt:lpwstr>
  </property>
  <property fmtid="{D5CDD505-2E9C-101B-9397-08002B2CF9AE}" pid="3" name="MediaServiceImageTags">
    <vt:lpwstr/>
  </property>
</Properties>
</file>