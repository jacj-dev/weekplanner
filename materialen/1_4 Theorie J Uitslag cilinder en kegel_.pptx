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60" r:id="rId5"/>
    <p:sldId id="274" r:id="rId6"/>
    <p:sldId id="275" r:id="rId7"/>
    <p:sldId id="276" r:id="rId8"/>
    <p:sldId id="277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69" r:id="rId17"/>
    <p:sldId id="272" r:id="rId18"/>
    <p:sldId id="286" r:id="rId19"/>
  </p:sldIdLst>
  <p:sldSz cx="12192000" cy="6858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Tahoma" panose="020B0604030504040204" pitchFamily="34" charset="0"/>
      <p:regular r:id="rId26"/>
      <p:bold r:id="rId27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1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ECD"/>
    <a:srgbClr val="2299FF"/>
    <a:srgbClr val="F78D8D"/>
    <a:srgbClr val="9DC3E6"/>
    <a:srgbClr val="FFFF00"/>
    <a:srgbClr val="92D050"/>
    <a:srgbClr val="F9B000"/>
    <a:srgbClr val="A97D7E"/>
    <a:srgbClr val="E9EE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2"/>
  </p:normalViewPr>
  <p:slideViewPr>
    <p:cSldViewPr snapToGrid="0" snapToObjects="1">
      <p:cViewPr varScale="1">
        <p:scale>
          <a:sx n="111" d="100"/>
          <a:sy n="111" d="100"/>
        </p:scale>
        <p:origin x="594" y="78"/>
      </p:cViewPr>
      <p:guideLst>
        <p:guide orient="horz" pos="259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14" d="100"/>
          <a:sy n="114" d="100"/>
        </p:scale>
        <p:origin x="509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nis Bartelds" userId="S::jannis.bartelds@lineup.nl::b944879e-e356-45a7-9ab4-2ca637d2365c" providerId="AD" clId="Web-{30F0BA2B-5358-48E6-CAFF-656076F523BC}"/>
    <pc:docChg chg="modSld">
      <pc:chgData name="Jannis Bartelds" userId="S::jannis.bartelds@lineup.nl::b944879e-e356-45a7-9ab4-2ca637d2365c" providerId="AD" clId="Web-{30F0BA2B-5358-48E6-CAFF-656076F523BC}" dt="2025-12-17T15:55:35.054" v="11" actId="20577"/>
      <pc:docMkLst>
        <pc:docMk/>
      </pc:docMkLst>
      <pc:sldChg chg="modSp">
        <pc:chgData name="Jannis Bartelds" userId="S::jannis.bartelds@lineup.nl::b944879e-e356-45a7-9ab4-2ca637d2365c" providerId="AD" clId="Web-{30F0BA2B-5358-48E6-CAFF-656076F523BC}" dt="2025-12-17T15:55:20.928" v="3" actId="20577"/>
        <pc:sldMkLst>
          <pc:docMk/>
          <pc:sldMk cId="3907407524" sldId="260"/>
        </pc:sldMkLst>
        <pc:spChg chg="mod">
          <ac:chgData name="Jannis Bartelds" userId="S::jannis.bartelds@lineup.nl::b944879e-e356-45a7-9ab4-2ca637d2365c" providerId="AD" clId="Web-{30F0BA2B-5358-48E6-CAFF-656076F523BC}" dt="2025-12-17T15:55:20.928" v="3" actId="20577"/>
          <ac:spMkLst>
            <pc:docMk/>
            <pc:sldMk cId="3907407524" sldId="260"/>
            <ac:spMk id="16" creationId="{71C605C0-2905-85C6-776C-B1999A444D84}"/>
          </ac:spMkLst>
        </pc:spChg>
      </pc:sldChg>
      <pc:sldChg chg="modSp">
        <pc:chgData name="Jannis Bartelds" userId="S::jannis.bartelds@lineup.nl::b944879e-e356-45a7-9ab4-2ca637d2365c" providerId="AD" clId="Web-{30F0BA2B-5358-48E6-CAFF-656076F523BC}" dt="2025-12-17T15:55:35.054" v="11" actId="20577"/>
        <pc:sldMkLst>
          <pc:docMk/>
          <pc:sldMk cId="1189970495" sldId="269"/>
        </pc:sldMkLst>
        <pc:spChg chg="mod">
          <ac:chgData name="Jannis Bartelds" userId="S::jannis.bartelds@lineup.nl::b944879e-e356-45a7-9ab4-2ca637d2365c" providerId="AD" clId="Web-{30F0BA2B-5358-48E6-CAFF-656076F523BC}" dt="2025-12-17T15:55:35.054" v="11" actId="20577"/>
          <ac:spMkLst>
            <pc:docMk/>
            <pc:sldMk cId="1189970495" sldId="269"/>
            <ac:spMk id="3" creationId="{C3EE1F9C-A25A-7AD2-4993-105C89A4B17D}"/>
          </ac:spMkLst>
        </pc:spChg>
      </pc:sldChg>
      <pc:sldChg chg="modSp">
        <pc:chgData name="Jannis Bartelds" userId="S::jannis.bartelds@lineup.nl::b944879e-e356-45a7-9ab4-2ca637d2365c" providerId="AD" clId="Web-{30F0BA2B-5358-48E6-CAFF-656076F523BC}" dt="2025-12-17T15:55:29.444" v="5" actId="20577"/>
        <pc:sldMkLst>
          <pc:docMk/>
          <pc:sldMk cId="2745054184" sldId="285"/>
        </pc:sldMkLst>
        <pc:spChg chg="mod">
          <ac:chgData name="Jannis Bartelds" userId="S::jannis.bartelds@lineup.nl::b944879e-e356-45a7-9ab4-2ca637d2365c" providerId="AD" clId="Web-{30F0BA2B-5358-48E6-CAFF-656076F523BC}" dt="2025-12-17T15:55:29.444" v="5" actId="20577"/>
          <ac:spMkLst>
            <pc:docMk/>
            <pc:sldMk cId="2745054184" sldId="285"/>
            <ac:spMk id="3" creationId="{DB4288CE-7627-89F5-682E-EB088AA581DB}"/>
          </ac:spMkLst>
        </pc:spChg>
      </pc:sldChg>
    </pc:docChg>
  </pc:docChgLst>
  <pc:docChgLst>
    <pc:chgData name="Hendrik Jan Smit" userId="5571e904-965a-470c-bee8-b4b564478074" providerId="ADAL" clId="{C5EA4964-DAFD-471B-A42A-E44379E2F031}"/>
    <pc:docChg chg="undo custSel modSld">
      <pc:chgData name="Hendrik Jan Smit" userId="5571e904-965a-470c-bee8-b4b564478074" providerId="ADAL" clId="{C5EA4964-DAFD-471B-A42A-E44379E2F031}" dt="2026-01-21T14:02:20.457" v="82" actId="2711"/>
      <pc:docMkLst>
        <pc:docMk/>
      </pc:docMkLst>
      <pc:sldChg chg="modSp mod">
        <pc:chgData name="Hendrik Jan Smit" userId="5571e904-965a-470c-bee8-b4b564478074" providerId="ADAL" clId="{C5EA4964-DAFD-471B-A42A-E44379E2F031}" dt="2026-01-21T11:18:15.385" v="51" actId="20577"/>
        <pc:sldMkLst>
          <pc:docMk/>
          <pc:sldMk cId="3907407524" sldId="260"/>
        </pc:sldMkLst>
        <pc:spChg chg="mod">
          <ac:chgData name="Hendrik Jan Smit" userId="5571e904-965a-470c-bee8-b4b564478074" providerId="ADAL" clId="{C5EA4964-DAFD-471B-A42A-E44379E2F031}" dt="2026-01-21T11:18:15.385" v="51" actId="20577"/>
          <ac:spMkLst>
            <pc:docMk/>
            <pc:sldMk cId="3907407524" sldId="260"/>
            <ac:spMk id="16" creationId="{71C605C0-2905-85C6-776C-B1999A444D84}"/>
          </ac:spMkLst>
        </pc:spChg>
      </pc:sldChg>
      <pc:sldChg chg="modSp mod">
        <pc:chgData name="Hendrik Jan Smit" userId="5571e904-965a-470c-bee8-b4b564478074" providerId="ADAL" clId="{C5EA4964-DAFD-471B-A42A-E44379E2F031}" dt="2026-01-21T11:19:01.464" v="55" actId="113"/>
        <pc:sldMkLst>
          <pc:docMk/>
          <pc:sldMk cId="1189970495" sldId="269"/>
        </pc:sldMkLst>
        <pc:spChg chg="mod">
          <ac:chgData name="Hendrik Jan Smit" userId="5571e904-965a-470c-bee8-b4b564478074" providerId="ADAL" clId="{C5EA4964-DAFD-471B-A42A-E44379E2F031}" dt="2026-01-21T11:19:01.464" v="55" actId="113"/>
          <ac:spMkLst>
            <pc:docMk/>
            <pc:sldMk cId="1189970495" sldId="269"/>
            <ac:spMk id="3" creationId="{C3EE1F9C-A25A-7AD2-4993-105C89A4B17D}"/>
          </ac:spMkLst>
        </pc:spChg>
      </pc:sldChg>
      <pc:sldChg chg="modSp mod">
        <pc:chgData name="Hendrik Jan Smit" userId="5571e904-965a-470c-bee8-b4b564478074" providerId="ADAL" clId="{C5EA4964-DAFD-471B-A42A-E44379E2F031}" dt="2026-01-21T11:19:39.610" v="68" actId="27636"/>
        <pc:sldMkLst>
          <pc:docMk/>
          <pc:sldMk cId="105504778" sldId="272"/>
        </pc:sldMkLst>
        <pc:spChg chg="mod">
          <ac:chgData name="Hendrik Jan Smit" userId="5571e904-965a-470c-bee8-b4b564478074" providerId="ADAL" clId="{C5EA4964-DAFD-471B-A42A-E44379E2F031}" dt="2026-01-21T11:19:39.610" v="68" actId="27636"/>
          <ac:spMkLst>
            <pc:docMk/>
            <pc:sldMk cId="105504778" sldId="272"/>
            <ac:spMk id="5" creationId="{5F6671C4-E2C8-14D2-A774-1F92C33EF022}"/>
          </ac:spMkLst>
        </pc:spChg>
      </pc:sldChg>
      <pc:sldChg chg="modSp mod">
        <pc:chgData name="Hendrik Jan Smit" userId="5571e904-965a-470c-bee8-b4b564478074" providerId="ADAL" clId="{C5EA4964-DAFD-471B-A42A-E44379E2F031}" dt="2026-01-21T14:00:33.171" v="75" actId="2711"/>
        <pc:sldMkLst>
          <pc:docMk/>
          <pc:sldMk cId="2965484808" sldId="274"/>
        </pc:sldMkLst>
        <pc:spChg chg="mod">
          <ac:chgData name="Hendrik Jan Smit" userId="5571e904-965a-470c-bee8-b4b564478074" providerId="ADAL" clId="{C5EA4964-DAFD-471B-A42A-E44379E2F031}" dt="2026-01-19T12:38:38.294" v="1" actId="1076"/>
          <ac:spMkLst>
            <pc:docMk/>
            <pc:sldMk cId="2965484808" sldId="274"/>
            <ac:spMk id="6" creationId="{FF94C6D8-F73F-F646-1870-BB7DD4D462DF}"/>
          </ac:spMkLst>
        </pc:spChg>
        <pc:spChg chg="mod">
          <ac:chgData name="Hendrik Jan Smit" userId="5571e904-965a-470c-bee8-b4b564478074" providerId="ADAL" clId="{C5EA4964-DAFD-471B-A42A-E44379E2F031}" dt="2026-01-21T14:00:33.171" v="75" actId="2711"/>
          <ac:spMkLst>
            <pc:docMk/>
            <pc:sldMk cId="2965484808" sldId="274"/>
            <ac:spMk id="7" creationId="{597C7FE2-54BE-95B5-A462-D9F193F3F05B}"/>
          </ac:spMkLst>
        </pc:spChg>
        <pc:spChg chg="mod">
          <ac:chgData name="Hendrik Jan Smit" userId="5571e904-965a-470c-bee8-b4b564478074" providerId="ADAL" clId="{C5EA4964-DAFD-471B-A42A-E44379E2F031}" dt="2026-01-21T14:00:33.171" v="75" actId="2711"/>
          <ac:spMkLst>
            <pc:docMk/>
            <pc:sldMk cId="2965484808" sldId="274"/>
            <ac:spMk id="8" creationId="{6FB2EF31-5205-97B4-06F5-4DE924A77C64}"/>
          </ac:spMkLst>
        </pc:spChg>
        <pc:spChg chg="mod">
          <ac:chgData name="Hendrik Jan Smit" userId="5571e904-965a-470c-bee8-b4b564478074" providerId="ADAL" clId="{C5EA4964-DAFD-471B-A42A-E44379E2F031}" dt="2026-01-21T14:00:33.171" v="75" actId="2711"/>
          <ac:spMkLst>
            <pc:docMk/>
            <pc:sldMk cId="2965484808" sldId="274"/>
            <ac:spMk id="9" creationId="{1EFF93FC-C3D7-46E7-E333-1479BB2C3AD9}"/>
          </ac:spMkLst>
        </pc:spChg>
        <pc:spChg chg="mod">
          <ac:chgData name="Hendrik Jan Smit" userId="5571e904-965a-470c-bee8-b4b564478074" providerId="ADAL" clId="{C5EA4964-DAFD-471B-A42A-E44379E2F031}" dt="2026-01-21T14:00:33.171" v="75" actId="2711"/>
          <ac:spMkLst>
            <pc:docMk/>
            <pc:sldMk cId="2965484808" sldId="274"/>
            <ac:spMk id="10" creationId="{B00B7896-C485-04A4-4C77-5E1E65A65AC3}"/>
          </ac:spMkLst>
        </pc:spChg>
      </pc:sldChg>
      <pc:sldChg chg="modSp mod">
        <pc:chgData name="Hendrik Jan Smit" userId="5571e904-965a-470c-bee8-b4b564478074" providerId="ADAL" clId="{C5EA4964-DAFD-471B-A42A-E44379E2F031}" dt="2026-01-21T14:00:42.929" v="76" actId="2711"/>
        <pc:sldMkLst>
          <pc:docMk/>
          <pc:sldMk cId="2113611263" sldId="275"/>
        </pc:sldMkLst>
        <pc:spChg chg="mod">
          <ac:chgData name="Hendrik Jan Smit" userId="5571e904-965a-470c-bee8-b4b564478074" providerId="ADAL" clId="{C5EA4964-DAFD-471B-A42A-E44379E2F031}" dt="2026-01-19T12:38:50.474" v="2" actId="14100"/>
          <ac:spMkLst>
            <pc:docMk/>
            <pc:sldMk cId="2113611263" sldId="275"/>
            <ac:spMk id="6" creationId="{FF94C6D8-F73F-F646-1870-BB7DD4D462DF}"/>
          </ac:spMkLst>
        </pc:spChg>
        <pc:spChg chg="mod">
          <ac:chgData name="Hendrik Jan Smit" userId="5571e904-965a-470c-bee8-b4b564478074" providerId="ADAL" clId="{C5EA4964-DAFD-471B-A42A-E44379E2F031}" dt="2026-01-21T14:00:42.929" v="76" actId="2711"/>
          <ac:spMkLst>
            <pc:docMk/>
            <pc:sldMk cId="2113611263" sldId="275"/>
            <ac:spMk id="7" creationId="{597C7FE2-54BE-95B5-A462-D9F193F3F05B}"/>
          </ac:spMkLst>
        </pc:spChg>
        <pc:spChg chg="mod">
          <ac:chgData name="Hendrik Jan Smit" userId="5571e904-965a-470c-bee8-b4b564478074" providerId="ADAL" clId="{C5EA4964-DAFD-471B-A42A-E44379E2F031}" dt="2026-01-21T14:00:42.929" v="76" actId="2711"/>
          <ac:spMkLst>
            <pc:docMk/>
            <pc:sldMk cId="2113611263" sldId="275"/>
            <ac:spMk id="8" creationId="{6FB2EF31-5205-97B4-06F5-4DE924A77C64}"/>
          </ac:spMkLst>
        </pc:spChg>
        <pc:spChg chg="mod">
          <ac:chgData name="Hendrik Jan Smit" userId="5571e904-965a-470c-bee8-b4b564478074" providerId="ADAL" clId="{C5EA4964-DAFD-471B-A42A-E44379E2F031}" dt="2026-01-21T14:00:42.929" v="76" actId="2711"/>
          <ac:spMkLst>
            <pc:docMk/>
            <pc:sldMk cId="2113611263" sldId="275"/>
            <ac:spMk id="9" creationId="{1EFF93FC-C3D7-46E7-E333-1479BB2C3AD9}"/>
          </ac:spMkLst>
        </pc:spChg>
        <pc:spChg chg="mod">
          <ac:chgData name="Hendrik Jan Smit" userId="5571e904-965a-470c-bee8-b4b564478074" providerId="ADAL" clId="{C5EA4964-DAFD-471B-A42A-E44379E2F031}" dt="2026-01-21T14:00:42.929" v="76" actId="2711"/>
          <ac:spMkLst>
            <pc:docMk/>
            <pc:sldMk cId="2113611263" sldId="275"/>
            <ac:spMk id="10" creationId="{B00B7896-C485-04A4-4C77-5E1E65A65AC3}"/>
          </ac:spMkLst>
        </pc:spChg>
      </pc:sldChg>
      <pc:sldChg chg="modSp mod">
        <pc:chgData name="Hendrik Jan Smit" userId="5571e904-965a-470c-bee8-b4b564478074" providerId="ADAL" clId="{C5EA4964-DAFD-471B-A42A-E44379E2F031}" dt="2026-01-21T14:01:19.588" v="77" actId="2711"/>
        <pc:sldMkLst>
          <pc:docMk/>
          <pc:sldMk cId="1885059248" sldId="276"/>
        </pc:sldMkLst>
        <pc:spChg chg="mod">
          <ac:chgData name="Hendrik Jan Smit" userId="5571e904-965a-470c-bee8-b4b564478074" providerId="ADAL" clId="{C5EA4964-DAFD-471B-A42A-E44379E2F031}" dt="2026-01-19T12:38:57.266" v="3" actId="14100"/>
          <ac:spMkLst>
            <pc:docMk/>
            <pc:sldMk cId="1885059248" sldId="276"/>
            <ac:spMk id="6" creationId="{FF94C6D8-F73F-F646-1870-BB7DD4D462DF}"/>
          </ac:spMkLst>
        </pc:spChg>
        <pc:spChg chg="mod">
          <ac:chgData name="Hendrik Jan Smit" userId="5571e904-965a-470c-bee8-b4b564478074" providerId="ADAL" clId="{C5EA4964-DAFD-471B-A42A-E44379E2F031}" dt="2026-01-21T14:01:19.588" v="77" actId="2711"/>
          <ac:spMkLst>
            <pc:docMk/>
            <pc:sldMk cId="1885059248" sldId="276"/>
            <ac:spMk id="7" creationId="{597C7FE2-54BE-95B5-A462-D9F193F3F05B}"/>
          </ac:spMkLst>
        </pc:spChg>
        <pc:spChg chg="mod">
          <ac:chgData name="Hendrik Jan Smit" userId="5571e904-965a-470c-bee8-b4b564478074" providerId="ADAL" clId="{C5EA4964-DAFD-471B-A42A-E44379E2F031}" dt="2026-01-21T14:01:19.588" v="77" actId="2711"/>
          <ac:spMkLst>
            <pc:docMk/>
            <pc:sldMk cId="1885059248" sldId="276"/>
            <ac:spMk id="8" creationId="{6FB2EF31-5205-97B4-06F5-4DE924A77C64}"/>
          </ac:spMkLst>
        </pc:spChg>
        <pc:spChg chg="mod">
          <ac:chgData name="Hendrik Jan Smit" userId="5571e904-965a-470c-bee8-b4b564478074" providerId="ADAL" clId="{C5EA4964-DAFD-471B-A42A-E44379E2F031}" dt="2026-01-21T14:01:19.588" v="77" actId="2711"/>
          <ac:spMkLst>
            <pc:docMk/>
            <pc:sldMk cId="1885059248" sldId="276"/>
            <ac:spMk id="9" creationId="{1EFF93FC-C3D7-46E7-E333-1479BB2C3AD9}"/>
          </ac:spMkLst>
        </pc:spChg>
        <pc:spChg chg="mod">
          <ac:chgData name="Hendrik Jan Smit" userId="5571e904-965a-470c-bee8-b4b564478074" providerId="ADAL" clId="{C5EA4964-DAFD-471B-A42A-E44379E2F031}" dt="2026-01-21T14:01:19.588" v="77" actId="2711"/>
          <ac:spMkLst>
            <pc:docMk/>
            <pc:sldMk cId="1885059248" sldId="276"/>
            <ac:spMk id="10" creationId="{B00B7896-C485-04A4-4C77-5E1E65A65AC3}"/>
          </ac:spMkLst>
        </pc:spChg>
      </pc:sldChg>
      <pc:sldChg chg="modSp mod">
        <pc:chgData name="Hendrik Jan Smit" userId="5571e904-965a-470c-bee8-b4b564478074" providerId="ADAL" clId="{C5EA4964-DAFD-471B-A42A-E44379E2F031}" dt="2026-01-21T14:01:31.765" v="78" actId="2711"/>
        <pc:sldMkLst>
          <pc:docMk/>
          <pc:sldMk cId="590632889" sldId="277"/>
        </pc:sldMkLst>
        <pc:spChg chg="mod">
          <ac:chgData name="Hendrik Jan Smit" userId="5571e904-965a-470c-bee8-b4b564478074" providerId="ADAL" clId="{C5EA4964-DAFD-471B-A42A-E44379E2F031}" dt="2026-01-19T12:39:05.978" v="4" actId="14100"/>
          <ac:spMkLst>
            <pc:docMk/>
            <pc:sldMk cId="590632889" sldId="277"/>
            <ac:spMk id="6" creationId="{FF94C6D8-F73F-F646-1870-BB7DD4D462DF}"/>
          </ac:spMkLst>
        </pc:spChg>
        <pc:spChg chg="mod">
          <ac:chgData name="Hendrik Jan Smit" userId="5571e904-965a-470c-bee8-b4b564478074" providerId="ADAL" clId="{C5EA4964-DAFD-471B-A42A-E44379E2F031}" dt="2026-01-21T14:01:31.765" v="78" actId="2711"/>
          <ac:spMkLst>
            <pc:docMk/>
            <pc:sldMk cId="590632889" sldId="277"/>
            <ac:spMk id="7" creationId="{597C7FE2-54BE-95B5-A462-D9F193F3F05B}"/>
          </ac:spMkLst>
        </pc:spChg>
        <pc:spChg chg="mod">
          <ac:chgData name="Hendrik Jan Smit" userId="5571e904-965a-470c-bee8-b4b564478074" providerId="ADAL" clId="{C5EA4964-DAFD-471B-A42A-E44379E2F031}" dt="2026-01-21T14:01:31.765" v="78" actId="2711"/>
          <ac:spMkLst>
            <pc:docMk/>
            <pc:sldMk cId="590632889" sldId="277"/>
            <ac:spMk id="8" creationId="{6FB2EF31-5205-97B4-06F5-4DE924A77C64}"/>
          </ac:spMkLst>
        </pc:spChg>
        <pc:spChg chg="mod">
          <ac:chgData name="Hendrik Jan Smit" userId="5571e904-965a-470c-bee8-b4b564478074" providerId="ADAL" clId="{C5EA4964-DAFD-471B-A42A-E44379E2F031}" dt="2026-01-21T14:01:31.765" v="78" actId="2711"/>
          <ac:spMkLst>
            <pc:docMk/>
            <pc:sldMk cId="590632889" sldId="277"/>
            <ac:spMk id="9" creationId="{1EFF93FC-C3D7-46E7-E333-1479BB2C3AD9}"/>
          </ac:spMkLst>
        </pc:spChg>
        <pc:spChg chg="mod">
          <ac:chgData name="Hendrik Jan Smit" userId="5571e904-965a-470c-bee8-b4b564478074" providerId="ADAL" clId="{C5EA4964-DAFD-471B-A42A-E44379E2F031}" dt="2026-01-21T14:01:31.765" v="78" actId="2711"/>
          <ac:spMkLst>
            <pc:docMk/>
            <pc:sldMk cId="590632889" sldId="277"/>
            <ac:spMk id="10" creationId="{B00B7896-C485-04A4-4C77-5E1E65A65AC3}"/>
          </ac:spMkLst>
        </pc:spChg>
      </pc:sldChg>
      <pc:sldChg chg="modSp mod">
        <pc:chgData name="Hendrik Jan Smit" userId="5571e904-965a-470c-bee8-b4b564478074" providerId="ADAL" clId="{C5EA4964-DAFD-471B-A42A-E44379E2F031}" dt="2026-01-21T11:18:30.152" v="52" actId="2711"/>
        <pc:sldMkLst>
          <pc:docMk/>
          <pc:sldMk cId="1115326791" sldId="279"/>
        </pc:sldMkLst>
        <pc:spChg chg="mod">
          <ac:chgData name="Hendrik Jan Smit" userId="5571e904-965a-470c-bee8-b4b564478074" providerId="ADAL" clId="{C5EA4964-DAFD-471B-A42A-E44379E2F031}" dt="2026-01-19T12:39:24.713" v="8" actId="1076"/>
          <ac:spMkLst>
            <pc:docMk/>
            <pc:sldMk cId="1115326791" sldId="279"/>
            <ac:spMk id="6" creationId="{FF94C6D8-F73F-F646-1870-BB7DD4D462DF}"/>
          </ac:spMkLst>
        </pc:spChg>
        <pc:spChg chg="mod">
          <ac:chgData name="Hendrik Jan Smit" userId="5571e904-965a-470c-bee8-b4b564478074" providerId="ADAL" clId="{C5EA4964-DAFD-471B-A42A-E44379E2F031}" dt="2026-01-21T11:18:30.152" v="52" actId="2711"/>
          <ac:spMkLst>
            <pc:docMk/>
            <pc:sldMk cId="1115326791" sldId="279"/>
            <ac:spMk id="7" creationId="{597C7FE2-54BE-95B5-A462-D9F193F3F05B}"/>
          </ac:spMkLst>
        </pc:spChg>
        <pc:spChg chg="mod">
          <ac:chgData name="Hendrik Jan Smit" userId="5571e904-965a-470c-bee8-b4b564478074" providerId="ADAL" clId="{C5EA4964-DAFD-471B-A42A-E44379E2F031}" dt="2026-01-21T11:18:30.152" v="52" actId="2711"/>
          <ac:spMkLst>
            <pc:docMk/>
            <pc:sldMk cId="1115326791" sldId="279"/>
            <ac:spMk id="8" creationId="{6FB2EF31-5205-97B4-06F5-4DE924A77C64}"/>
          </ac:spMkLst>
        </pc:spChg>
        <pc:spChg chg="mod">
          <ac:chgData name="Hendrik Jan Smit" userId="5571e904-965a-470c-bee8-b4b564478074" providerId="ADAL" clId="{C5EA4964-DAFD-471B-A42A-E44379E2F031}" dt="2026-01-21T11:18:30.152" v="52" actId="2711"/>
          <ac:spMkLst>
            <pc:docMk/>
            <pc:sldMk cId="1115326791" sldId="279"/>
            <ac:spMk id="9" creationId="{1EFF93FC-C3D7-46E7-E333-1479BB2C3AD9}"/>
          </ac:spMkLst>
        </pc:spChg>
        <pc:spChg chg="mod">
          <ac:chgData name="Hendrik Jan Smit" userId="5571e904-965a-470c-bee8-b4b564478074" providerId="ADAL" clId="{C5EA4964-DAFD-471B-A42A-E44379E2F031}" dt="2026-01-21T11:18:30.152" v="52" actId="2711"/>
          <ac:spMkLst>
            <pc:docMk/>
            <pc:sldMk cId="1115326791" sldId="279"/>
            <ac:spMk id="10" creationId="{B00B7896-C485-04A4-4C77-5E1E65A65AC3}"/>
          </ac:spMkLst>
        </pc:spChg>
      </pc:sldChg>
      <pc:sldChg chg="modSp mod">
        <pc:chgData name="Hendrik Jan Smit" userId="5571e904-965a-470c-bee8-b4b564478074" providerId="ADAL" clId="{C5EA4964-DAFD-471B-A42A-E44379E2F031}" dt="2026-01-21T14:01:43.227" v="79" actId="2711"/>
        <pc:sldMkLst>
          <pc:docMk/>
          <pc:sldMk cId="1051051329" sldId="280"/>
        </pc:sldMkLst>
        <pc:spChg chg="mod">
          <ac:chgData name="Hendrik Jan Smit" userId="5571e904-965a-470c-bee8-b4b564478074" providerId="ADAL" clId="{C5EA4964-DAFD-471B-A42A-E44379E2F031}" dt="2026-01-19T12:39:33.602" v="9" actId="14100"/>
          <ac:spMkLst>
            <pc:docMk/>
            <pc:sldMk cId="1051051329" sldId="280"/>
            <ac:spMk id="6" creationId="{FF94C6D8-F73F-F646-1870-BB7DD4D462DF}"/>
          </ac:spMkLst>
        </pc:spChg>
        <pc:spChg chg="mod">
          <ac:chgData name="Hendrik Jan Smit" userId="5571e904-965a-470c-bee8-b4b564478074" providerId="ADAL" clId="{C5EA4964-DAFD-471B-A42A-E44379E2F031}" dt="2026-01-21T14:01:43.227" v="79" actId="2711"/>
          <ac:spMkLst>
            <pc:docMk/>
            <pc:sldMk cId="1051051329" sldId="280"/>
            <ac:spMk id="7" creationId="{597C7FE2-54BE-95B5-A462-D9F193F3F05B}"/>
          </ac:spMkLst>
        </pc:spChg>
        <pc:spChg chg="mod">
          <ac:chgData name="Hendrik Jan Smit" userId="5571e904-965a-470c-bee8-b4b564478074" providerId="ADAL" clId="{C5EA4964-DAFD-471B-A42A-E44379E2F031}" dt="2026-01-21T14:01:43.227" v="79" actId="2711"/>
          <ac:spMkLst>
            <pc:docMk/>
            <pc:sldMk cId="1051051329" sldId="280"/>
            <ac:spMk id="8" creationId="{6FB2EF31-5205-97B4-06F5-4DE924A77C64}"/>
          </ac:spMkLst>
        </pc:spChg>
        <pc:spChg chg="mod">
          <ac:chgData name="Hendrik Jan Smit" userId="5571e904-965a-470c-bee8-b4b564478074" providerId="ADAL" clId="{C5EA4964-DAFD-471B-A42A-E44379E2F031}" dt="2026-01-21T14:01:43.227" v="79" actId="2711"/>
          <ac:spMkLst>
            <pc:docMk/>
            <pc:sldMk cId="1051051329" sldId="280"/>
            <ac:spMk id="9" creationId="{1EFF93FC-C3D7-46E7-E333-1479BB2C3AD9}"/>
          </ac:spMkLst>
        </pc:spChg>
        <pc:spChg chg="mod">
          <ac:chgData name="Hendrik Jan Smit" userId="5571e904-965a-470c-bee8-b4b564478074" providerId="ADAL" clId="{C5EA4964-DAFD-471B-A42A-E44379E2F031}" dt="2026-01-21T14:01:43.227" v="79" actId="2711"/>
          <ac:spMkLst>
            <pc:docMk/>
            <pc:sldMk cId="1051051329" sldId="280"/>
            <ac:spMk id="10" creationId="{B00B7896-C485-04A4-4C77-5E1E65A65AC3}"/>
          </ac:spMkLst>
        </pc:spChg>
      </pc:sldChg>
      <pc:sldChg chg="modSp mod">
        <pc:chgData name="Hendrik Jan Smit" userId="5571e904-965a-470c-bee8-b4b564478074" providerId="ADAL" clId="{C5EA4964-DAFD-471B-A42A-E44379E2F031}" dt="2026-01-21T14:01:56.250" v="80" actId="2711"/>
        <pc:sldMkLst>
          <pc:docMk/>
          <pc:sldMk cId="2289988162" sldId="281"/>
        </pc:sldMkLst>
        <pc:spChg chg="mod">
          <ac:chgData name="Hendrik Jan Smit" userId="5571e904-965a-470c-bee8-b4b564478074" providerId="ADAL" clId="{C5EA4964-DAFD-471B-A42A-E44379E2F031}" dt="2026-01-19T12:39:41.495" v="10" actId="14100"/>
          <ac:spMkLst>
            <pc:docMk/>
            <pc:sldMk cId="2289988162" sldId="281"/>
            <ac:spMk id="6" creationId="{FF94C6D8-F73F-F646-1870-BB7DD4D462DF}"/>
          </ac:spMkLst>
        </pc:spChg>
        <pc:spChg chg="mod">
          <ac:chgData name="Hendrik Jan Smit" userId="5571e904-965a-470c-bee8-b4b564478074" providerId="ADAL" clId="{C5EA4964-DAFD-471B-A42A-E44379E2F031}" dt="2026-01-21T14:01:56.250" v="80" actId="2711"/>
          <ac:spMkLst>
            <pc:docMk/>
            <pc:sldMk cId="2289988162" sldId="281"/>
            <ac:spMk id="7" creationId="{597C7FE2-54BE-95B5-A462-D9F193F3F05B}"/>
          </ac:spMkLst>
        </pc:spChg>
        <pc:spChg chg="mod">
          <ac:chgData name="Hendrik Jan Smit" userId="5571e904-965a-470c-bee8-b4b564478074" providerId="ADAL" clId="{C5EA4964-DAFD-471B-A42A-E44379E2F031}" dt="2026-01-21T14:01:56.250" v="80" actId="2711"/>
          <ac:spMkLst>
            <pc:docMk/>
            <pc:sldMk cId="2289988162" sldId="281"/>
            <ac:spMk id="8" creationId="{6FB2EF31-5205-97B4-06F5-4DE924A77C64}"/>
          </ac:spMkLst>
        </pc:spChg>
        <pc:spChg chg="mod">
          <ac:chgData name="Hendrik Jan Smit" userId="5571e904-965a-470c-bee8-b4b564478074" providerId="ADAL" clId="{C5EA4964-DAFD-471B-A42A-E44379E2F031}" dt="2026-01-21T14:01:56.250" v="80" actId="2711"/>
          <ac:spMkLst>
            <pc:docMk/>
            <pc:sldMk cId="2289988162" sldId="281"/>
            <ac:spMk id="9" creationId="{1EFF93FC-C3D7-46E7-E333-1479BB2C3AD9}"/>
          </ac:spMkLst>
        </pc:spChg>
        <pc:spChg chg="mod">
          <ac:chgData name="Hendrik Jan Smit" userId="5571e904-965a-470c-bee8-b4b564478074" providerId="ADAL" clId="{C5EA4964-DAFD-471B-A42A-E44379E2F031}" dt="2026-01-21T14:01:56.250" v="80" actId="2711"/>
          <ac:spMkLst>
            <pc:docMk/>
            <pc:sldMk cId="2289988162" sldId="281"/>
            <ac:spMk id="10" creationId="{B00B7896-C485-04A4-4C77-5E1E65A65AC3}"/>
          </ac:spMkLst>
        </pc:spChg>
      </pc:sldChg>
      <pc:sldChg chg="modSp mod">
        <pc:chgData name="Hendrik Jan Smit" userId="5571e904-965a-470c-bee8-b4b564478074" providerId="ADAL" clId="{C5EA4964-DAFD-471B-A42A-E44379E2F031}" dt="2026-01-21T14:02:08.467" v="81" actId="2711"/>
        <pc:sldMkLst>
          <pc:docMk/>
          <pc:sldMk cId="3164134117" sldId="282"/>
        </pc:sldMkLst>
        <pc:spChg chg="mod">
          <ac:chgData name="Hendrik Jan Smit" userId="5571e904-965a-470c-bee8-b4b564478074" providerId="ADAL" clId="{C5EA4964-DAFD-471B-A42A-E44379E2F031}" dt="2026-01-19T12:39:47.758" v="11" actId="14100"/>
          <ac:spMkLst>
            <pc:docMk/>
            <pc:sldMk cId="3164134117" sldId="282"/>
            <ac:spMk id="6" creationId="{FF94C6D8-F73F-F646-1870-BB7DD4D462DF}"/>
          </ac:spMkLst>
        </pc:spChg>
        <pc:spChg chg="mod">
          <ac:chgData name="Hendrik Jan Smit" userId="5571e904-965a-470c-bee8-b4b564478074" providerId="ADAL" clId="{C5EA4964-DAFD-471B-A42A-E44379E2F031}" dt="2026-01-21T14:02:08.467" v="81" actId="2711"/>
          <ac:spMkLst>
            <pc:docMk/>
            <pc:sldMk cId="3164134117" sldId="282"/>
            <ac:spMk id="7" creationId="{597C7FE2-54BE-95B5-A462-D9F193F3F05B}"/>
          </ac:spMkLst>
        </pc:spChg>
        <pc:spChg chg="mod">
          <ac:chgData name="Hendrik Jan Smit" userId="5571e904-965a-470c-bee8-b4b564478074" providerId="ADAL" clId="{C5EA4964-DAFD-471B-A42A-E44379E2F031}" dt="2026-01-21T14:02:08.467" v="81" actId="2711"/>
          <ac:spMkLst>
            <pc:docMk/>
            <pc:sldMk cId="3164134117" sldId="282"/>
            <ac:spMk id="8" creationId="{6FB2EF31-5205-97B4-06F5-4DE924A77C64}"/>
          </ac:spMkLst>
        </pc:spChg>
        <pc:spChg chg="mod">
          <ac:chgData name="Hendrik Jan Smit" userId="5571e904-965a-470c-bee8-b4b564478074" providerId="ADAL" clId="{C5EA4964-DAFD-471B-A42A-E44379E2F031}" dt="2026-01-21T14:02:08.467" v="81" actId="2711"/>
          <ac:spMkLst>
            <pc:docMk/>
            <pc:sldMk cId="3164134117" sldId="282"/>
            <ac:spMk id="9" creationId="{1EFF93FC-C3D7-46E7-E333-1479BB2C3AD9}"/>
          </ac:spMkLst>
        </pc:spChg>
        <pc:spChg chg="mod">
          <ac:chgData name="Hendrik Jan Smit" userId="5571e904-965a-470c-bee8-b4b564478074" providerId="ADAL" clId="{C5EA4964-DAFD-471B-A42A-E44379E2F031}" dt="2026-01-21T14:02:08.467" v="81" actId="2711"/>
          <ac:spMkLst>
            <pc:docMk/>
            <pc:sldMk cId="3164134117" sldId="282"/>
            <ac:spMk id="10" creationId="{B00B7896-C485-04A4-4C77-5E1E65A65AC3}"/>
          </ac:spMkLst>
        </pc:spChg>
      </pc:sldChg>
      <pc:sldChg chg="modSp mod">
        <pc:chgData name="Hendrik Jan Smit" userId="5571e904-965a-470c-bee8-b4b564478074" providerId="ADAL" clId="{C5EA4964-DAFD-471B-A42A-E44379E2F031}" dt="2026-01-21T14:02:20.457" v="82" actId="2711"/>
        <pc:sldMkLst>
          <pc:docMk/>
          <pc:sldMk cId="1080894406" sldId="283"/>
        </pc:sldMkLst>
        <pc:spChg chg="mod">
          <ac:chgData name="Hendrik Jan Smit" userId="5571e904-965a-470c-bee8-b4b564478074" providerId="ADAL" clId="{C5EA4964-DAFD-471B-A42A-E44379E2F031}" dt="2026-01-19T12:39:54.809" v="12" actId="14100"/>
          <ac:spMkLst>
            <pc:docMk/>
            <pc:sldMk cId="1080894406" sldId="283"/>
            <ac:spMk id="6" creationId="{FF94C6D8-F73F-F646-1870-BB7DD4D462DF}"/>
          </ac:spMkLst>
        </pc:spChg>
        <pc:spChg chg="mod">
          <ac:chgData name="Hendrik Jan Smit" userId="5571e904-965a-470c-bee8-b4b564478074" providerId="ADAL" clId="{C5EA4964-DAFD-471B-A42A-E44379E2F031}" dt="2026-01-21T14:02:20.457" v="82" actId="2711"/>
          <ac:spMkLst>
            <pc:docMk/>
            <pc:sldMk cId="1080894406" sldId="283"/>
            <ac:spMk id="7" creationId="{597C7FE2-54BE-95B5-A462-D9F193F3F05B}"/>
          </ac:spMkLst>
        </pc:spChg>
        <pc:spChg chg="mod">
          <ac:chgData name="Hendrik Jan Smit" userId="5571e904-965a-470c-bee8-b4b564478074" providerId="ADAL" clId="{C5EA4964-DAFD-471B-A42A-E44379E2F031}" dt="2026-01-21T14:02:20.457" v="82" actId="2711"/>
          <ac:spMkLst>
            <pc:docMk/>
            <pc:sldMk cId="1080894406" sldId="283"/>
            <ac:spMk id="8" creationId="{6FB2EF31-5205-97B4-06F5-4DE924A77C64}"/>
          </ac:spMkLst>
        </pc:spChg>
        <pc:spChg chg="mod">
          <ac:chgData name="Hendrik Jan Smit" userId="5571e904-965a-470c-bee8-b4b564478074" providerId="ADAL" clId="{C5EA4964-DAFD-471B-A42A-E44379E2F031}" dt="2026-01-21T14:02:20.457" v="82" actId="2711"/>
          <ac:spMkLst>
            <pc:docMk/>
            <pc:sldMk cId="1080894406" sldId="283"/>
            <ac:spMk id="9" creationId="{1EFF93FC-C3D7-46E7-E333-1479BB2C3AD9}"/>
          </ac:spMkLst>
        </pc:spChg>
        <pc:spChg chg="mod">
          <ac:chgData name="Hendrik Jan Smit" userId="5571e904-965a-470c-bee8-b4b564478074" providerId="ADAL" clId="{C5EA4964-DAFD-471B-A42A-E44379E2F031}" dt="2026-01-21T14:02:20.457" v="82" actId="2711"/>
          <ac:spMkLst>
            <pc:docMk/>
            <pc:sldMk cId="1080894406" sldId="283"/>
            <ac:spMk id="10" creationId="{B00B7896-C485-04A4-4C77-5E1E65A65AC3}"/>
          </ac:spMkLst>
        </pc:spChg>
      </pc:sldChg>
      <pc:sldChg chg="modSp mod">
        <pc:chgData name="Hendrik Jan Smit" userId="5571e904-965a-470c-bee8-b4b564478074" providerId="ADAL" clId="{C5EA4964-DAFD-471B-A42A-E44379E2F031}" dt="2026-01-21T11:18:44.256" v="53" actId="2711"/>
        <pc:sldMkLst>
          <pc:docMk/>
          <pc:sldMk cId="3734520653" sldId="284"/>
        </pc:sldMkLst>
        <pc:spChg chg="mod">
          <ac:chgData name="Hendrik Jan Smit" userId="5571e904-965a-470c-bee8-b4b564478074" providerId="ADAL" clId="{C5EA4964-DAFD-471B-A42A-E44379E2F031}" dt="2026-01-19T12:40:15.447" v="19" actId="1076"/>
          <ac:spMkLst>
            <pc:docMk/>
            <pc:sldMk cId="3734520653" sldId="284"/>
            <ac:spMk id="6" creationId="{FF94C6D8-F73F-F646-1870-BB7DD4D462DF}"/>
          </ac:spMkLst>
        </pc:spChg>
        <pc:spChg chg="mod">
          <ac:chgData name="Hendrik Jan Smit" userId="5571e904-965a-470c-bee8-b4b564478074" providerId="ADAL" clId="{C5EA4964-DAFD-471B-A42A-E44379E2F031}" dt="2026-01-21T11:18:44.256" v="53" actId="2711"/>
          <ac:spMkLst>
            <pc:docMk/>
            <pc:sldMk cId="3734520653" sldId="284"/>
            <ac:spMk id="7" creationId="{597C7FE2-54BE-95B5-A462-D9F193F3F05B}"/>
          </ac:spMkLst>
        </pc:spChg>
        <pc:spChg chg="mod">
          <ac:chgData name="Hendrik Jan Smit" userId="5571e904-965a-470c-bee8-b4b564478074" providerId="ADAL" clId="{C5EA4964-DAFD-471B-A42A-E44379E2F031}" dt="2026-01-21T11:18:44.256" v="53" actId="2711"/>
          <ac:spMkLst>
            <pc:docMk/>
            <pc:sldMk cId="3734520653" sldId="284"/>
            <ac:spMk id="8" creationId="{6FB2EF31-5205-97B4-06F5-4DE924A77C64}"/>
          </ac:spMkLst>
        </pc:spChg>
        <pc:spChg chg="mod">
          <ac:chgData name="Hendrik Jan Smit" userId="5571e904-965a-470c-bee8-b4b564478074" providerId="ADAL" clId="{C5EA4964-DAFD-471B-A42A-E44379E2F031}" dt="2026-01-21T11:18:44.256" v="53" actId="2711"/>
          <ac:spMkLst>
            <pc:docMk/>
            <pc:sldMk cId="3734520653" sldId="284"/>
            <ac:spMk id="9" creationId="{1EFF93FC-C3D7-46E7-E333-1479BB2C3AD9}"/>
          </ac:spMkLst>
        </pc:spChg>
        <pc:spChg chg="mod">
          <ac:chgData name="Hendrik Jan Smit" userId="5571e904-965a-470c-bee8-b4b564478074" providerId="ADAL" clId="{C5EA4964-DAFD-471B-A42A-E44379E2F031}" dt="2026-01-21T11:18:44.256" v="53" actId="2711"/>
          <ac:spMkLst>
            <pc:docMk/>
            <pc:sldMk cId="3734520653" sldId="284"/>
            <ac:spMk id="10" creationId="{B00B7896-C485-04A4-4C77-5E1E65A65AC3}"/>
          </ac:spMkLst>
        </pc:spChg>
      </pc:sldChg>
      <pc:sldChg chg="modSp mod">
        <pc:chgData name="Hendrik Jan Smit" userId="5571e904-965a-470c-bee8-b4b564478074" providerId="ADAL" clId="{C5EA4964-DAFD-471B-A42A-E44379E2F031}" dt="2026-01-21T11:18:57.584" v="54" actId="113"/>
        <pc:sldMkLst>
          <pc:docMk/>
          <pc:sldMk cId="2745054184" sldId="285"/>
        </pc:sldMkLst>
        <pc:spChg chg="mod">
          <ac:chgData name="Hendrik Jan Smit" userId="5571e904-965a-470c-bee8-b4b564478074" providerId="ADAL" clId="{C5EA4964-DAFD-471B-A42A-E44379E2F031}" dt="2026-01-21T11:18:57.584" v="54" actId="113"/>
          <ac:spMkLst>
            <pc:docMk/>
            <pc:sldMk cId="2745054184" sldId="285"/>
            <ac:spMk id="3" creationId="{DB4288CE-7627-89F5-682E-EB088AA581DB}"/>
          </ac:spMkLst>
        </pc:spChg>
      </pc:sldChg>
      <pc:sldChg chg="addSp delSp modSp mod delAnim modAnim">
        <pc:chgData name="Hendrik Jan Smit" userId="5571e904-965a-470c-bee8-b4b564478074" providerId="ADAL" clId="{C5EA4964-DAFD-471B-A42A-E44379E2F031}" dt="2026-01-21T11:20:10.271" v="74" actId="1076"/>
        <pc:sldMkLst>
          <pc:docMk/>
          <pc:sldMk cId="2236509235" sldId="286"/>
        </pc:sldMkLst>
        <pc:spChg chg="mod">
          <ac:chgData name="Hendrik Jan Smit" userId="5571e904-965a-470c-bee8-b4b564478074" providerId="ADAL" clId="{C5EA4964-DAFD-471B-A42A-E44379E2F031}" dt="2026-01-21T11:20:10.271" v="74" actId="1076"/>
          <ac:spMkLst>
            <pc:docMk/>
            <pc:sldMk cId="2236509235" sldId="286"/>
            <ac:spMk id="3" creationId="{BCAA11ED-2B4B-CB24-55A5-06128308C772}"/>
          </ac:spMkLst>
        </pc:spChg>
        <pc:spChg chg="mod">
          <ac:chgData name="Hendrik Jan Smit" userId="5571e904-965a-470c-bee8-b4b564478074" providerId="ADAL" clId="{C5EA4964-DAFD-471B-A42A-E44379E2F031}" dt="2026-01-21T11:19:56.361" v="73" actId="14100"/>
          <ac:spMkLst>
            <pc:docMk/>
            <pc:sldMk cId="2236509235" sldId="286"/>
            <ac:spMk id="5" creationId="{5F6671C4-E2C8-14D2-A774-1F92C33EF022}"/>
          </ac:spMkLst>
        </pc:spChg>
        <pc:spChg chg="mod">
          <ac:chgData name="Hendrik Jan Smit" userId="5571e904-965a-470c-bee8-b4b564478074" providerId="ADAL" clId="{C5EA4964-DAFD-471B-A42A-E44379E2F031}" dt="2026-01-19T12:42:36.378" v="24" actId="14100"/>
          <ac:spMkLst>
            <pc:docMk/>
            <pc:sldMk cId="2236509235" sldId="286"/>
            <ac:spMk id="6" creationId="{CE39BB88-5B3C-76A5-B92B-6FB664CEDB08}"/>
          </ac:spMkLst>
        </pc:spChg>
        <pc:spChg chg="del">
          <ac:chgData name="Hendrik Jan Smit" userId="5571e904-965a-470c-bee8-b4b564478074" providerId="ADAL" clId="{C5EA4964-DAFD-471B-A42A-E44379E2F031}" dt="2026-01-19T15:41:48.710" v="43" actId="478"/>
          <ac:spMkLst>
            <pc:docMk/>
            <pc:sldMk cId="2236509235" sldId="286"/>
            <ac:spMk id="16" creationId="{04ACB5FA-5E9B-B8CB-B2C7-605E2AABB8C0}"/>
          </ac:spMkLst>
        </pc:spChg>
        <pc:picChg chg="add del">
          <ac:chgData name="Hendrik Jan Smit" userId="5571e904-965a-470c-bee8-b4b564478074" providerId="ADAL" clId="{C5EA4964-DAFD-471B-A42A-E44379E2F031}" dt="2026-01-19T12:42:59.488" v="27" actId="478"/>
          <ac:picMkLst>
            <pc:docMk/>
            <pc:sldMk cId="2236509235" sldId="286"/>
            <ac:picMk id="8" creationId="{69B31AA6-FC18-DC3B-6F67-C60C08C330CC}"/>
          </ac:picMkLst>
        </pc:picChg>
      </pc:sldChg>
    </pc:docChg>
  </pc:docChgLst>
  <pc:docChgLst>
    <pc:chgData name="Hendrik Jan Smit" userId="5571e904-965a-470c-bee8-b4b564478074" providerId="ADAL" clId="{E04EA2CB-9BC1-4A81-AF0F-615000CB4E9A}"/>
    <pc:docChg chg="modSld">
      <pc:chgData name="Hendrik Jan Smit" userId="5571e904-965a-470c-bee8-b4b564478074" providerId="ADAL" clId="{E04EA2CB-9BC1-4A81-AF0F-615000CB4E9A}" dt="2026-02-10T12:46:21.051" v="4" actId="207"/>
      <pc:docMkLst>
        <pc:docMk/>
      </pc:docMkLst>
      <pc:sldChg chg="modSp mod">
        <pc:chgData name="Hendrik Jan Smit" userId="5571e904-965a-470c-bee8-b4b564478074" providerId="ADAL" clId="{E04EA2CB-9BC1-4A81-AF0F-615000CB4E9A}" dt="2026-02-10T12:46:21.051" v="4" actId="207"/>
        <pc:sldMkLst>
          <pc:docMk/>
          <pc:sldMk cId="2236509235" sldId="286"/>
        </pc:sldMkLst>
        <pc:picChg chg="mod">
          <ac:chgData name="Hendrik Jan Smit" userId="5571e904-965a-470c-bee8-b4b564478074" providerId="ADAL" clId="{E04EA2CB-9BC1-4A81-AF0F-615000CB4E9A}" dt="2026-02-10T12:46:03.140" v="1" actId="207"/>
          <ac:picMkLst>
            <pc:docMk/>
            <pc:sldMk cId="2236509235" sldId="286"/>
            <ac:picMk id="7" creationId="{E46AAA73-ACA7-03AB-5A94-B77949B0898C}"/>
          </ac:picMkLst>
        </pc:picChg>
        <pc:picChg chg="mod">
          <ac:chgData name="Hendrik Jan Smit" userId="5571e904-965a-470c-bee8-b4b564478074" providerId="ADAL" clId="{E04EA2CB-9BC1-4A81-AF0F-615000CB4E9A}" dt="2026-02-10T12:46:08.181" v="2" actId="207"/>
          <ac:picMkLst>
            <pc:docMk/>
            <pc:sldMk cId="2236509235" sldId="286"/>
            <ac:picMk id="9" creationId="{FA9E4F84-726E-798B-7BAE-9C1CCA53C1BD}"/>
          </ac:picMkLst>
        </pc:picChg>
        <pc:picChg chg="mod">
          <ac:chgData name="Hendrik Jan Smit" userId="5571e904-965a-470c-bee8-b4b564478074" providerId="ADAL" clId="{E04EA2CB-9BC1-4A81-AF0F-615000CB4E9A}" dt="2026-02-10T12:46:16.232" v="3" actId="207"/>
          <ac:picMkLst>
            <pc:docMk/>
            <pc:sldMk cId="2236509235" sldId="286"/>
            <ac:picMk id="10" creationId="{15867D34-5728-36CF-01E8-8480D30836EB}"/>
          </ac:picMkLst>
        </pc:picChg>
        <pc:picChg chg="mod">
          <ac:chgData name="Hendrik Jan Smit" userId="5571e904-965a-470c-bee8-b4b564478074" providerId="ADAL" clId="{E04EA2CB-9BC1-4A81-AF0F-615000CB4E9A}" dt="2026-02-10T12:46:21.051" v="4" actId="207"/>
          <ac:picMkLst>
            <pc:docMk/>
            <pc:sldMk cId="2236509235" sldId="286"/>
            <ac:picMk id="11" creationId="{9F8CE103-89A4-BDCA-5480-312B08BE65A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975A5E69-913D-7075-6B52-BB95972C9A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5703471-C892-6EE2-6FF0-0BED184EEF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89327-A3CF-4895-B006-55C5A6AF22C9}" type="datetimeFigureOut">
              <a:rPr lang="nl-NL" smtClean="0"/>
              <a:t>10-2-2026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63DAEE-1E0D-ABCF-577C-B65465E16B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F3A01E0-3A4E-AC81-B4A8-43675C649F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7E87E-B171-4B7C-85F2-E5C471F0458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477199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C7916-0C1F-9E4C-8031-A6DE60001303}" type="datetimeFigureOut">
              <a:rPr lang="nl-NL" smtClean="0"/>
              <a:t>10-2-2026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1BB6A-67DD-4243-90C8-B0E8B04852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975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B231BDC9-80EB-54E4-A977-95A7CC6D05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340" y="191770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1" spc="3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[paragraaftitel]</a:t>
            </a:r>
          </a:p>
        </p:txBody>
      </p:sp>
      <p:sp>
        <p:nvSpPr>
          <p:cNvPr id="8" name="Tijdelijke aanduiding voor tekst 4">
            <a:extLst>
              <a:ext uri="{FF2B5EF4-FFF2-40B4-BE49-F238E27FC236}">
                <a16:creationId xmlns:a16="http://schemas.microsoft.com/office/drawing/2014/main" id="{0F014B9D-1A94-2AA9-7354-1992B5089C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1340" y="25209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[theorietitel]</a:t>
            </a:r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C509AFD6-C618-02D1-BED3-9E5B4AF9C4F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646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56C76C2-6051-56CC-9460-A7698D0016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1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E96F2D68-B0F8-30A6-8B52-89B145A0813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24" name="Rechthoek: afgeronde hoeken 23">
              <a:extLst>
                <a:ext uri="{FF2B5EF4-FFF2-40B4-BE49-F238E27FC236}">
                  <a16:creationId xmlns:a16="http://schemas.microsoft.com/office/drawing/2014/main" id="{37BD1BCA-F340-AECA-7D36-D3F32D148666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25" name="Afbeelding 2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4C414373-FA17-2C08-ED94-511575935E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3976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0848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98619109-1FBA-2D25-77E6-8A06A285898D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34" name="Rechthoek: afgeronde hoeken 33">
              <a:extLst>
                <a:ext uri="{FF2B5EF4-FFF2-40B4-BE49-F238E27FC236}">
                  <a16:creationId xmlns:a16="http://schemas.microsoft.com/office/drawing/2014/main" id="{D974CA60-9032-0436-8001-C29E98A63F5E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35" name="Afbeelding 3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F354D35C-4D42-9ED0-E611-945FED7D6E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13" name="Tijdelijke aanduiding voor tekst 15">
            <a:extLst>
              <a:ext uri="{FF2B5EF4-FFF2-40B4-BE49-F238E27FC236}">
                <a16:creationId xmlns:a16="http://schemas.microsoft.com/office/drawing/2014/main" id="{492A6E29-E27F-C587-97D2-60E78FE5B2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14" name="Tijdelijke aanduiding voor tekst 15">
            <a:extLst>
              <a:ext uri="{FF2B5EF4-FFF2-40B4-BE49-F238E27FC236}">
                <a16:creationId xmlns:a16="http://schemas.microsoft.com/office/drawing/2014/main" id="{C0D58DB5-F291-A3FD-E331-1DC8B59A1D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92304C8A-221D-FD1D-24B5-EF31FE7477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20EBED7-D728-0DA7-8751-846DD1DA4D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35D67A24-0267-D892-D928-6B0EE4135F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892DA647-5DCF-5AA1-F4D1-0BEF302BAA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716C6E9F-D133-0AE7-C866-36E7D5B497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1BC3BDA2-5B92-836C-F885-C59BA2D180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923287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D625E4AA-0DDD-DCBF-BCA1-C93FB4C7DE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8A4B3CC1-9AAC-E9A1-6580-C26465AD54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4B6C62AE-587E-79F4-AB67-BA53A05A71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9BE282B-4D99-39D3-D2C1-77D02A9308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11D0F939-2DEA-1AD8-65C7-7E4336B1CC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D80C2D7F-A44B-3413-FF4E-EC41AFA29E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4CB67080-EEEF-C650-2A45-6FD89A123B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FE8275CF-9220-94A0-02A0-ED59E45FCA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54341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11" name="Groep 10">
            <a:extLst>
              <a:ext uri="{FF2B5EF4-FFF2-40B4-BE49-F238E27FC236}">
                <a16:creationId xmlns:a16="http://schemas.microsoft.com/office/drawing/2014/main" id="{3EB99B45-BCB8-75FC-E882-4B19B845C11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3" name="Rechthoek: afgeronde hoeken 12">
              <a:extLst>
                <a:ext uri="{FF2B5EF4-FFF2-40B4-BE49-F238E27FC236}">
                  <a16:creationId xmlns:a16="http://schemas.microsoft.com/office/drawing/2014/main" id="{0227C332-5726-F825-ECBA-949F6A878CD1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4" name="Afbeelding 13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CBD6AABA-2869-53A9-5BB0-3B8E5D98CE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69DC0D97-7F92-8738-ABBA-3F85F8EFD3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08E49996-C68C-1386-DFEA-11C5B987D5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35E1B86E-06F4-6D46-022E-292CC5A462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651FDD4A-AF4C-58AD-E8D0-43254A6124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8C4606F1-319E-9BD9-78DC-9CB382530D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B1636737-6073-6D51-719E-BEC3A7E814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329855-2CA1-6726-626F-52DB158C2B6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A93961E-FF2E-23EE-84DD-C8E6C84580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428442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067BF9F3-6884-C8BC-78F0-BCAF05898F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07D77D25-FAD1-2FE6-9665-354491219F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053FF0E9-ED47-DF04-08F1-EBB41975DD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BFD756B-D28A-B034-6785-342F7A1E4C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C9D05D31-C706-7327-421B-F184C37207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55A79377-B21D-58A7-B31E-4A0932619F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CD68E5-942A-9208-2897-8638ACE6DF1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B436674-4504-BAE3-AF4B-645CB509D6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02200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or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7411" y="1115671"/>
            <a:ext cx="8776649" cy="1040790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45B3DCEB-3268-8B06-EEE9-9615C18943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7411" y="5527545"/>
            <a:ext cx="8776649" cy="429567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Font typeface="+mj-lt"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[leerdoel tekst invoeren]</a:t>
            </a:r>
          </a:p>
        </p:txBody>
      </p:sp>
      <p:sp>
        <p:nvSpPr>
          <p:cNvPr id="34" name="Tijdelijke aanduiding voor tekst 18">
            <a:extLst>
              <a:ext uri="{FF2B5EF4-FFF2-40B4-BE49-F238E27FC236}">
                <a16:creationId xmlns:a16="http://schemas.microsoft.com/office/drawing/2014/main" id="{59872A22-B343-021F-5384-9EF24F537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7410" y="2403451"/>
            <a:ext cx="8776649" cy="1040790"/>
          </a:xfrm>
          <a:solidFill>
            <a:schemeClr val="accent3"/>
          </a:solidFill>
        </p:spPr>
        <p:txBody>
          <a:bodyPr lIns="108000" tIns="108000" rIns="108000" bIns="10800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[werkschema tekst invoeren]</a:t>
            </a:r>
          </a:p>
        </p:txBody>
      </p:sp>
    </p:spTree>
    <p:extLst>
      <p:ext uri="{BB962C8B-B14F-4D97-AF65-F5344CB8AC3E}">
        <p14:creationId xmlns:p14="http://schemas.microsoft.com/office/powerpoint/2010/main" val="3696099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gave en Uitwe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56210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FD07BDE-A83C-B1BC-B3BA-22095999A619}"/>
              </a:ext>
            </a:extLst>
          </p:cNvPr>
          <p:cNvSpPr txBox="1"/>
          <p:nvPr userDrawn="1"/>
        </p:nvSpPr>
        <p:spPr>
          <a:xfrm>
            <a:off x="848078" y="962865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Opgave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01CB84D-8DFB-C38E-46CF-FF81127D40D3}"/>
              </a:ext>
            </a:extLst>
          </p:cNvPr>
          <p:cNvSpPr txBox="1"/>
          <p:nvPr userDrawn="1"/>
        </p:nvSpPr>
        <p:spPr>
          <a:xfrm>
            <a:off x="833316" y="3611880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Uitwerking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696878DB-B337-9BBF-9B6D-7C08B7654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3316" y="421005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264677C9-A016-4752-070C-524A0702E4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8919" y="4210050"/>
            <a:ext cx="5068081" cy="1866899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buFont typeface="+mj-lt"/>
              <a:buNone/>
              <a:defRPr sz="320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</p:spTree>
    <p:extLst>
      <p:ext uri="{BB962C8B-B14F-4D97-AF65-F5344CB8AC3E}">
        <p14:creationId xmlns:p14="http://schemas.microsoft.com/office/powerpoint/2010/main" val="1446940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5025F2B3-381A-45EF-0065-48FC964A7B5A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1" name="Rechthoek: afgeronde hoeken 10">
              <a:extLst>
                <a:ext uri="{FF2B5EF4-FFF2-40B4-BE49-F238E27FC236}">
                  <a16:creationId xmlns:a16="http://schemas.microsoft.com/office/drawing/2014/main" id="{4BA2DD07-CD12-FCE6-E4AF-3CD73A4CCD3A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3" name="Afbeelding 12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80786F5B-BB27-4734-58E0-5148780B6F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416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043F61CB-333A-3571-99A1-B27BCBB53917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16" name="Rechthoek: afgeronde hoeken 15">
              <a:extLst>
                <a:ext uri="{FF2B5EF4-FFF2-40B4-BE49-F238E27FC236}">
                  <a16:creationId xmlns:a16="http://schemas.microsoft.com/office/drawing/2014/main" id="{34CAAA08-DCD2-6F7B-EEDE-0E6E650C1445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DEEDB194-D935-CF8E-F400-8170A6B1A5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114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Tweekolo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7" y="1851660"/>
            <a:ext cx="10818923" cy="3893940"/>
          </a:xfrm>
        </p:spPr>
        <p:txBody>
          <a:bodyPr lIns="0" tIns="0" rIns="0" bIns="0" numCol="2" spcCol="36000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 – met 2 </a:t>
            </a:r>
            <a:r>
              <a:rPr lang="nl-NL" dirty="0" err="1"/>
              <a:t>koloms</a:t>
            </a:r>
            <a:r>
              <a:rPr lang="nl-NL" dirty="0"/>
              <a:t> opbouw]</a:t>
            </a:r>
          </a:p>
        </p:txBody>
      </p:sp>
      <p:sp>
        <p:nvSpPr>
          <p:cNvPr id="5" name="Tekstvak 1">
            <a:extLst>
              <a:ext uri="{FF2B5EF4-FFF2-40B4-BE49-F238E27FC236}">
                <a16:creationId xmlns:a16="http://schemas.microsoft.com/office/drawing/2014/main" id="{5F6628EA-A04F-6499-B953-F77F61F172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640081" y="5745600"/>
            <a:ext cx="2019300" cy="103785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A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	punten B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C</a:t>
            </a:r>
          </a:p>
        </p:txBody>
      </p:sp>
      <p:sp>
        <p:nvSpPr>
          <p:cNvPr id="7" name="Tijdelijke aanduiding voor tekst 18">
            <a:extLst>
              <a:ext uri="{FF2B5EF4-FFF2-40B4-BE49-F238E27FC236}">
                <a16:creationId xmlns:a16="http://schemas.microsoft.com/office/drawing/2014/main" id="{165A8E01-8781-AE3A-DE4D-B806D56A6F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50571" y="5798941"/>
            <a:ext cx="810749" cy="896766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</a:t>
            </a:r>
            <a:r>
              <a:rPr lang="nl-NL" dirty="0" err="1"/>
              <a:t>pnt</a:t>
            </a:r>
            <a:r>
              <a:rPr lang="nl-NL" dirty="0"/>
              <a:t>]</a:t>
            </a:r>
          </a:p>
        </p:txBody>
      </p:sp>
      <p:sp>
        <p:nvSpPr>
          <p:cNvPr id="8" name="Tijdelijke aanduiding voor tekst 18">
            <a:extLst>
              <a:ext uri="{FF2B5EF4-FFF2-40B4-BE49-F238E27FC236}">
                <a16:creationId xmlns:a16="http://schemas.microsoft.com/office/drawing/2014/main" id="{52242269-F3F2-676B-5CB0-71C8361E22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441960" y="53266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9" name="Tijdelijke aanduiding voor tekst 18">
            <a:extLst>
              <a:ext uri="{FF2B5EF4-FFF2-40B4-BE49-F238E27FC236}">
                <a16:creationId xmlns:a16="http://schemas.microsoft.com/office/drawing/2014/main" id="{6569C752-D2BD-3D72-642E-AC30107F39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441960" y="4907634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10C7F5CE-9E80-288F-7BB3-7B74ED249F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441960" y="4475550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DDC715ED-1F87-9A6D-F762-12271E7DBD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441960" y="4056563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AEAD0B33-EC32-AF6A-807C-2901F66617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-441960" y="3616979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8" name="Tijdelijke aanduiding voor tekst 18">
            <a:extLst>
              <a:ext uri="{FF2B5EF4-FFF2-40B4-BE49-F238E27FC236}">
                <a16:creationId xmlns:a16="http://schemas.microsoft.com/office/drawing/2014/main" id="{89CC5799-2342-7B26-C3BD-D7FEA85C19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-441960" y="3197992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15A2DD7-A298-1287-7E51-4E3B982D79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-441960" y="2765908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6F485A27-112E-BA1E-870C-8A1CACB1D6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441960" y="23469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1" name="Tijdelijke aanduiding voor tekst 18">
            <a:extLst>
              <a:ext uri="{FF2B5EF4-FFF2-40B4-BE49-F238E27FC236}">
                <a16:creationId xmlns:a16="http://schemas.microsoft.com/office/drawing/2014/main" id="{AB96F177-E1DF-12AE-038A-99D36513F4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5809" y="53266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2" name="Tijdelijke aanduiding voor tekst 18">
            <a:extLst>
              <a:ext uri="{FF2B5EF4-FFF2-40B4-BE49-F238E27FC236}">
                <a16:creationId xmlns:a16="http://schemas.microsoft.com/office/drawing/2014/main" id="{45FDC9E9-72CE-E97B-71EE-CB832D5F15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05809" y="4907634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3" name="Tijdelijke aanduiding voor tekst 18">
            <a:extLst>
              <a:ext uri="{FF2B5EF4-FFF2-40B4-BE49-F238E27FC236}">
                <a16:creationId xmlns:a16="http://schemas.microsoft.com/office/drawing/2014/main" id="{B9068F69-47F9-F087-0E4B-02DD9FDD68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205809" y="4475550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4" name="Tijdelijke aanduiding voor tekst 18">
            <a:extLst>
              <a:ext uri="{FF2B5EF4-FFF2-40B4-BE49-F238E27FC236}">
                <a16:creationId xmlns:a16="http://schemas.microsoft.com/office/drawing/2014/main" id="{26DE6E8D-69E2-E775-5FFF-8AEC165B38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05809" y="4056563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5" name="Tijdelijke aanduiding voor tekst 18">
            <a:extLst>
              <a:ext uri="{FF2B5EF4-FFF2-40B4-BE49-F238E27FC236}">
                <a16:creationId xmlns:a16="http://schemas.microsoft.com/office/drawing/2014/main" id="{26AE2038-6688-9814-68EC-EC52A8D88C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5809" y="3616979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6" name="Tijdelijke aanduiding voor tekst 18">
            <a:extLst>
              <a:ext uri="{FF2B5EF4-FFF2-40B4-BE49-F238E27FC236}">
                <a16:creationId xmlns:a16="http://schemas.microsoft.com/office/drawing/2014/main" id="{D0C8D823-4719-9551-FCE0-DE70A191BE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05809" y="3197992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7" name="Tijdelijke aanduiding voor tekst 18">
            <a:extLst>
              <a:ext uri="{FF2B5EF4-FFF2-40B4-BE49-F238E27FC236}">
                <a16:creationId xmlns:a16="http://schemas.microsoft.com/office/drawing/2014/main" id="{AE6D56D2-BC66-8431-F5DA-ED3270A987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5809" y="2765908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8" name="Tijdelijke aanduiding voor tekst 18">
            <a:extLst>
              <a:ext uri="{FF2B5EF4-FFF2-40B4-BE49-F238E27FC236}">
                <a16:creationId xmlns:a16="http://schemas.microsoft.com/office/drawing/2014/main" id="{9BCE78C4-6A84-D342-1F37-FE51D6FC40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205809" y="23469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</p:spTree>
    <p:extLst>
      <p:ext uri="{BB962C8B-B14F-4D97-AF65-F5344CB8AC3E}">
        <p14:creationId xmlns:p14="http://schemas.microsoft.com/office/powerpoint/2010/main" val="3163350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6F6D335E-D9A0-8D90-8B6B-0FA3A0843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713" y="131577"/>
            <a:ext cx="8110049" cy="500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nl-NL" dirty="0"/>
              <a:t>Titel van de dia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BCF02A89-1F5C-B804-6BEB-39D5EE41B3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713" y="1111250"/>
            <a:ext cx="11299825" cy="521694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481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0E13DA8-D9EE-7F4F-4C8E-58BB95BA5C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C1E2276-E309-CF3B-F619-EB90AF84F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98D1AD79-D5D6-1B5A-294A-C5C2B5922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4991" y="6492867"/>
            <a:ext cx="1765297" cy="3651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0" r:id="rId12"/>
    <p:sldLayoutId id="2147483662" r:id="rId13"/>
    <p:sldLayoutId id="2147483650" r:id="rId14"/>
  </p:sldLayoutIdLst>
  <p:hf sldNum="0" hdr="0" dt="0"/>
  <p:txStyles>
    <p:titleStyle>
      <a:lvl1pPr marL="0" marR="0" lvl="0" indent="0" algn="l" defTabSz="914400" rtl="0" eaLnBrk="1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nl-NL" sz="4400" b="0" i="0" u="none" strike="noStrike" kern="1200" cap="none" spc="0" baseline="0">
          <a:solidFill>
            <a:srgbClr val="000000"/>
          </a:solidFill>
          <a:uFillTx/>
          <a:latin typeface="+mj-lt"/>
        </a:defRPr>
      </a:lvl1pPr>
    </p:titleStyle>
    <p:bodyStyle>
      <a:lvl1pPr marL="228600" marR="0" lvl="0" indent="-228600" algn="l" defTabSz="914400" rtl="0" eaLnBrk="1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nl-NL" sz="2800" b="0" i="0" u="none" strike="noStrike" kern="1200" cap="none" spc="0" baseline="0">
          <a:solidFill>
            <a:srgbClr val="000000"/>
          </a:solidFill>
          <a:uFillTx/>
          <a:latin typeface="+mn-lt"/>
        </a:defRPr>
      </a:lvl1pPr>
      <a:lvl2pPr marL="685800" marR="0" lvl="1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400" b="0" i="0" u="none" strike="noStrike" kern="1200" cap="none" spc="0" baseline="0">
          <a:solidFill>
            <a:srgbClr val="000000"/>
          </a:solidFill>
          <a:uFillTx/>
          <a:latin typeface="+mn-lt"/>
        </a:defRPr>
      </a:lvl2pPr>
      <a:lvl3pPr marL="1143000" marR="0" lvl="2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000" b="0" i="0" u="none" strike="noStrike" kern="1200" cap="none" spc="0" baseline="0">
          <a:solidFill>
            <a:srgbClr val="000000"/>
          </a:solidFill>
          <a:uFillTx/>
          <a:latin typeface="+mn-lt"/>
        </a:defRPr>
      </a:lvl3pPr>
      <a:lvl4pPr marL="1600200" marR="0" lvl="3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4pPr>
      <a:lvl5pPr marL="2057400" marR="0" lvl="4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4.sv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Tijdelijke aanduiding voor afbeelding 12">
            <a:extLst>
              <a:ext uri="{FF2B5EF4-FFF2-40B4-BE49-F238E27FC236}">
                <a16:creationId xmlns:a16="http://schemas.microsoft.com/office/drawing/2014/main" id="{C79E0A32-C53F-315D-B72C-9D3A9F650A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0"/>
          </p:nvPr>
        </p:nvPicPr>
        <p:blipFill>
          <a:blip r:embed="rId2"/>
          <a:srcRect l="8" r="8"/>
          <a:stretch/>
        </p:blipFill>
        <p:spPr/>
      </p:pic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C845286-BA3B-9F08-53C3-9F216A45C0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/>
              <a:t>1 VMBO-KGT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53AB4CD0-6347-A4B6-94E6-7B9B92EC6D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Leerboek Deel 1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70854E2C-FB65-0125-1C8E-3891DB29DA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nl-NL" dirty="0"/>
              <a:t>1.4 Cilinder, kegel en cirkel 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71C605C0-2905-85C6-776C-B1999A444D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l-NL" b="1" dirty="0"/>
              <a:t>Theorie J Uitslag cilinder en kegel</a:t>
            </a:r>
            <a:br>
              <a:rPr lang="nl-NL" b="1" dirty="0"/>
            </a:br>
            <a:r>
              <a:rPr lang="nl-NL" b="1" dirty="0"/>
              <a:t>(vmbo-t)</a:t>
            </a:r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9AC6FF91-F778-1CEC-583E-39C697481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407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4E6E4CF-6EF4-02D7-ECAF-94EF09EC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C607D75-0098-7546-A088-02F70D4953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Hoeveel gebogen zijvlakken heeft een cilinder?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F94C6D8-F73F-F646-1870-BB7DD4D462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39329" y="4586323"/>
            <a:ext cx="858891" cy="1395574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D4096CB-5E9C-27AE-A741-A638428385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97C7FE2-54BE-95B5-A462-D9F193F3F0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0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FB2EF31-5205-97B4-06F5-4DE924A77C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1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1EFF93FC-C3D7-46E7-E333-1479BB2C3AD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2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00B7896-C485-04A4-4C77-5E1E65A65A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3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2CE1F770-D5BC-69E5-6BBE-011B459C8E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811DB043-5E11-A9C0-0AEB-7DB42B8D45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3B1F5B28-6F77-7D38-6C63-62EEF1A9AAA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96548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4E6E4CF-6EF4-02D7-ECAF-94EF09EC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C607D75-0098-7546-A088-02F70D4953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Hoeveel hoekpunten heeft een cilinder?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F94C6D8-F73F-F646-1870-BB7DD4D462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04396" y="4557910"/>
            <a:ext cx="858891" cy="1395574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D4096CB-5E9C-27AE-A741-A638428385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97C7FE2-54BE-95B5-A462-D9F193F3F0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0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FB2EF31-5205-97B4-06F5-4DE924A77C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1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1EFF93FC-C3D7-46E7-E333-1479BB2C3AD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2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00B7896-C485-04A4-4C77-5E1E65A65A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3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2CE1F770-D5BC-69E5-6BBE-011B459C8E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811DB043-5E11-A9C0-0AEB-7DB42B8D45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3B1F5B28-6F77-7D38-6C63-62EEF1A9AAA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11361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4E6E4CF-6EF4-02D7-ECAF-94EF09EC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C607D75-0098-7546-A088-02F70D4953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Hoeveel ribben heeft een cilinder? 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F94C6D8-F73F-F646-1870-BB7DD4D462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04396" y="4557910"/>
            <a:ext cx="858891" cy="1395574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D4096CB-5E9C-27AE-A741-A638428385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97C7FE2-54BE-95B5-A462-D9F193F3F0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0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FB2EF31-5205-97B4-06F5-4DE924A77C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1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1EFF93FC-C3D7-46E7-E333-1479BB2C3AD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2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00B7896-C485-04A4-4C77-5E1E65A65A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3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2CE1F770-D5BC-69E5-6BBE-011B459C8E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811DB043-5E11-A9C0-0AEB-7DB42B8D45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3B1F5B28-6F77-7D38-6C63-62EEF1A9AAA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88505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4E6E4CF-6EF4-02D7-ECAF-94EF09EC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C607D75-0098-7546-A088-02F70D4953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Hoeveel platte zijvlakken heeft een cilinder?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F94C6D8-F73F-F646-1870-BB7DD4D462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6919" y="4553056"/>
            <a:ext cx="858891" cy="140042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D4096CB-5E9C-27AE-A741-A638428385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97C7FE2-54BE-95B5-A462-D9F193F3F0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0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FB2EF31-5205-97B4-06F5-4DE924A77C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1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1EFF93FC-C3D7-46E7-E333-1479BB2C3AD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2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00B7896-C485-04A4-4C77-5E1E65A65A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3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2CE1F770-D5BC-69E5-6BBE-011B459C8E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811DB043-5E11-A9C0-0AEB-7DB42B8D45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3B1F5B28-6F77-7D38-6C63-62EEF1A9AAA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590632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4E6E4CF-6EF4-02D7-ECAF-94EF09EC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C607D75-0098-7546-A088-02F70D4953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Welke vorm hebben de platte zijvlakken van een cilinder? 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F94C6D8-F73F-F646-1870-BB7DD4D462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20757" y="4621080"/>
            <a:ext cx="1311215" cy="147680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D4096CB-5E9C-27AE-A741-A638428385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97C7FE2-54BE-95B5-A462-D9F193F3F0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757502" y="5359484"/>
            <a:ext cx="2352680" cy="594000"/>
          </a:xfrm>
        </p:spPr>
        <p:txBody>
          <a:bodyPr>
            <a:normAutofit/>
          </a:bodyPr>
          <a:lstStyle/>
          <a:p>
            <a:r>
              <a:rPr lang="nl-NL" dirty="0">
                <a:latin typeface="+mn-lt"/>
              </a:rPr>
              <a:t>driehoek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FB2EF31-5205-97B4-06F5-4DE924A77C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93505" y="5359484"/>
            <a:ext cx="2137840" cy="594000"/>
          </a:xfrm>
        </p:spPr>
        <p:txBody>
          <a:bodyPr>
            <a:normAutofit/>
          </a:bodyPr>
          <a:lstStyle/>
          <a:p>
            <a:r>
              <a:rPr lang="nl-NL" dirty="0">
                <a:latin typeface="+mn-lt"/>
              </a:rPr>
              <a:t>vierkant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1EFF93FC-C3D7-46E7-E333-1479BB2C3AD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85382" y="5359484"/>
            <a:ext cx="2181966" cy="594000"/>
          </a:xfrm>
        </p:spPr>
        <p:txBody>
          <a:bodyPr>
            <a:normAutofit/>
          </a:bodyPr>
          <a:lstStyle/>
          <a:p>
            <a:r>
              <a:rPr lang="nl-NL" dirty="0">
                <a:latin typeface="+mn-lt"/>
              </a:rPr>
              <a:t>cirkel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00B7896-C485-04A4-4C77-5E1E65A65A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869997" y="5359484"/>
            <a:ext cx="2262294" cy="594000"/>
          </a:xfrm>
        </p:spPr>
        <p:txBody>
          <a:bodyPr>
            <a:normAutofit/>
          </a:bodyPr>
          <a:lstStyle/>
          <a:p>
            <a:r>
              <a:rPr lang="nl-NL" dirty="0">
                <a:latin typeface="+mn-lt"/>
              </a:rPr>
              <a:t>rechthoek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2CE1F770-D5BC-69E5-6BBE-011B459C8E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811DB043-5E11-A9C0-0AEB-7DB42B8D45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3B1F5B28-6F77-7D38-6C63-62EEF1A9AAA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11532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4E6E4CF-6EF4-02D7-ECAF-94EF09EC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C607D75-0098-7546-A088-02F70D4953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Hoeveel gebogen zijvlakken heeft een kegel? 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F94C6D8-F73F-F646-1870-BB7DD4D462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32979" y="4553056"/>
            <a:ext cx="858891" cy="140042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D4096CB-5E9C-27AE-A741-A638428385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97C7FE2-54BE-95B5-A462-D9F193F3F0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0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FB2EF31-5205-97B4-06F5-4DE924A77C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1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1EFF93FC-C3D7-46E7-E333-1479BB2C3AD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2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00B7896-C485-04A4-4C77-5E1E65A65A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3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2CE1F770-D5BC-69E5-6BBE-011B459C8E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811DB043-5E11-A9C0-0AEB-7DB42B8D45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3B1F5B28-6F77-7D38-6C63-62EEF1A9AAA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05105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4E6E4CF-6EF4-02D7-ECAF-94EF09EC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C607D75-0098-7546-A088-02F70D4953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Hoeveel hoekpunten heeft een kegel? 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F94C6D8-F73F-F646-1870-BB7DD4D462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04396" y="4557910"/>
            <a:ext cx="858891" cy="1316679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D4096CB-5E9C-27AE-A741-A638428385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97C7FE2-54BE-95B5-A462-D9F193F3F0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0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FB2EF31-5205-97B4-06F5-4DE924A77C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1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1EFF93FC-C3D7-46E7-E333-1479BB2C3AD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2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00B7896-C485-04A4-4C77-5E1E65A65A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3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2CE1F770-D5BC-69E5-6BBE-011B459C8E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811DB043-5E11-A9C0-0AEB-7DB42B8D45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3B1F5B28-6F77-7D38-6C63-62EEF1A9AAA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28998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4E6E4CF-6EF4-02D7-ECAF-94EF09EC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C607D75-0098-7546-A088-02F70D4953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Hoeveel ribben heeft een kegel? 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F94C6D8-F73F-F646-1870-BB7DD4D462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04396" y="4557910"/>
            <a:ext cx="858891" cy="1316679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D4096CB-5E9C-27AE-A741-A638428385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97C7FE2-54BE-95B5-A462-D9F193F3F0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0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FB2EF31-5205-97B4-06F5-4DE924A77C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1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1EFF93FC-C3D7-46E7-E333-1479BB2C3AD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2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00B7896-C485-04A4-4C77-5E1E65A65A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3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2CE1F770-D5BC-69E5-6BBE-011B459C8E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811DB043-5E11-A9C0-0AEB-7DB42B8D45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3B1F5B28-6F77-7D38-6C63-62EEF1A9AAA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16413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4E6E4CF-6EF4-02D7-ECAF-94EF09EC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C607D75-0098-7546-A088-02F70D4953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Hoeveel platte zijvlakken heeft een kegel? 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F94C6D8-F73F-F646-1870-BB7DD4D462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32979" y="4557910"/>
            <a:ext cx="858891" cy="1395574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D4096CB-5E9C-27AE-A741-A638428385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97C7FE2-54BE-95B5-A462-D9F193F3F0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0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FB2EF31-5205-97B4-06F5-4DE924A77C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1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1EFF93FC-C3D7-46E7-E333-1479BB2C3AD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2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00B7896-C485-04A4-4C77-5E1E65A65A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3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2CE1F770-D5BC-69E5-6BBE-011B459C8E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811DB043-5E11-A9C0-0AEB-7DB42B8D45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3B1F5B28-6F77-7D38-6C63-62EEF1A9AAA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08089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4E6E4CF-6EF4-02D7-ECAF-94EF09EC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C607D75-0098-7546-A088-02F70D4953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Welke vorm heeft de platte zijvlak van een kegel?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F94C6D8-F73F-F646-1870-BB7DD4D462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3333" y="4553055"/>
            <a:ext cx="1426064" cy="1528567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D4096CB-5E9C-27AE-A741-A638428385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97C7FE2-54BE-95B5-A462-D9F193F3F0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757502" y="5359484"/>
            <a:ext cx="2352680" cy="594000"/>
          </a:xfrm>
        </p:spPr>
        <p:txBody>
          <a:bodyPr>
            <a:normAutofit/>
          </a:bodyPr>
          <a:lstStyle/>
          <a:p>
            <a:r>
              <a:rPr lang="nl-NL" dirty="0">
                <a:latin typeface="+mn-lt"/>
              </a:rPr>
              <a:t>driehoek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FB2EF31-5205-97B4-06F5-4DE924A77C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93505" y="5359484"/>
            <a:ext cx="2137840" cy="594000"/>
          </a:xfrm>
        </p:spPr>
        <p:txBody>
          <a:bodyPr>
            <a:normAutofit/>
          </a:bodyPr>
          <a:lstStyle/>
          <a:p>
            <a:r>
              <a:rPr lang="nl-NL" dirty="0">
                <a:latin typeface="+mn-lt"/>
              </a:rPr>
              <a:t>vierkant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1EFF93FC-C3D7-46E7-E333-1479BB2C3AD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85382" y="5359484"/>
            <a:ext cx="2181966" cy="594000"/>
          </a:xfrm>
        </p:spPr>
        <p:txBody>
          <a:bodyPr>
            <a:normAutofit/>
          </a:bodyPr>
          <a:lstStyle/>
          <a:p>
            <a:r>
              <a:rPr lang="nl-NL" dirty="0">
                <a:latin typeface="+mn-lt"/>
              </a:rPr>
              <a:t>cirkel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00B7896-C485-04A4-4C77-5E1E65A65A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869997" y="5359484"/>
            <a:ext cx="2262294" cy="594000"/>
          </a:xfrm>
        </p:spPr>
        <p:txBody>
          <a:bodyPr>
            <a:normAutofit/>
          </a:bodyPr>
          <a:lstStyle/>
          <a:p>
            <a:r>
              <a:rPr lang="nl-NL" dirty="0">
                <a:latin typeface="+mn-lt"/>
              </a:rPr>
              <a:t>rechthoek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2CE1F770-D5BC-69E5-6BBE-011B459C8E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811DB043-5E11-A9C0-0AEB-7DB42B8D45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3B1F5B28-6F77-7D38-6C63-62EEF1A9AAA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73452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0"/>
            <a:ext cx="9294116" cy="5369215"/>
          </a:xfrm>
        </p:spPr>
        <p:txBody>
          <a:bodyPr>
            <a:normAutofit/>
          </a:bodyPr>
          <a:lstStyle/>
          <a:p>
            <a:r>
              <a:rPr lang="nl-NL" dirty="0"/>
              <a:t>Naast de cilinder zie je een uitslag van een cilinder.</a:t>
            </a:r>
          </a:p>
          <a:p>
            <a:r>
              <a:rPr lang="nl-NL" dirty="0"/>
              <a:t>Het gebogen zijvlak heet de </a:t>
            </a:r>
            <a:r>
              <a:rPr lang="nl-NL" b="1" dirty="0">
                <a:solidFill>
                  <a:srgbClr val="2299FF"/>
                </a:solidFill>
              </a:rPr>
              <a:t>cilindermantel</a:t>
            </a:r>
            <a:r>
              <a:rPr lang="nl-NL" dirty="0"/>
              <a:t>.</a:t>
            </a:r>
          </a:p>
          <a:p>
            <a:r>
              <a:rPr lang="nl-NL" dirty="0"/>
              <a:t>De cilindermantel heeft de vorm van een rechthoek. </a:t>
            </a:r>
          </a:p>
          <a:p>
            <a:endParaRPr lang="nl-NL" dirty="0"/>
          </a:p>
          <a:p>
            <a:r>
              <a:rPr lang="nl-NL" dirty="0"/>
              <a:t>De twee platte zijvlakken zijn</a:t>
            </a:r>
            <a:br>
              <a:rPr lang="nl-NL" dirty="0"/>
            </a:br>
            <a:r>
              <a:rPr lang="nl-NL" dirty="0"/>
              <a:t>cirkels.</a:t>
            </a:r>
          </a:p>
          <a:p>
            <a:endParaRPr lang="nl-NL" dirty="0"/>
          </a:p>
          <a:p>
            <a:r>
              <a:rPr lang="nl-NL" dirty="0"/>
              <a:t>De cirkels zitten in de uitslag</a:t>
            </a:r>
            <a:br>
              <a:rPr lang="nl-NL" dirty="0"/>
            </a:br>
            <a:r>
              <a:rPr lang="nl-NL" dirty="0"/>
              <a:t>maar op één punt vast aan de</a:t>
            </a:r>
            <a:br>
              <a:rPr lang="nl-NL" dirty="0"/>
            </a:br>
            <a:r>
              <a:rPr lang="nl-NL" dirty="0"/>
              <a:t>cilindermantel.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DB4288CE-7627-89F5-682E-EB088AA581DB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J Uitslag cilinder en kegel (vmbo-t)</a:t>
            </a:r>
          </a:p>
        </p:txBody>
      </p:sp>
      <p:pic>
        <p:nvPicPr>
          <p:cNvPr id="5" name="Afbeelding 4" descr="Afbeelding met tekst, schermopname&#10;&#10;Automatisch gegenereerde beschrijving">
            <a:extLst>
              <a:ext uri="{FF2B5EF4-FFF2-40B4-BE49-F238E27FC236}">
                <a16:creationId xmlns:a16="http://schemas.microsoft.com/office/drawing/2014/main" id="{98051EA7-6DAC-E97E-DE31-A206D9C9F48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54601" y="2999267"/>
            <a:ext cx="5378796" cy="3485619"/>
          </a:xfrm>
          <a:prstGeom prst="rect">
            <a:avLst/>
          </a:prstGeom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69CC3519-168F-7F9B-3364-59AFF8D04792}"/>
              </a:ext>
            </a:extLst>
          </p:cNvPr>
          <p:cNvSpPr/>
          <p:nvPr/>
        </p:nvSpPr>
        <p:spPr>
          <a:xfrm>
            <a:off x="9143999" y="4285673"/>
            <a:ext cx="2200590" cy="517236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505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0"/>
            <a:ext cx="8776649" cy="4026697"/>
          </a:xfrm>
        </p:spPr>
        <p:txBody>
          <a:bodyPr>
            <a:normAutofit/>
          </a:bodyPr>
          <a:lstStyle/>
          <a:p>
            <a:r>
              <a:rPr lang="nl-NL" dirty="0"/>
              <a:t>Naast de kegel zie je een uitslag van een kegel.</a:t>
            </a:r>
          </a:p>
          <a:p>
            <a:r>
              <a:rPr lang="nl-NL" dirty="0"/>
              <a:t>Het gebogen zijvlak heet de </a:t>
            </a:r>
            <a:r>
              <a:rPr lang="nl-NL" b="1" dirty="0">
                <a:solidFill>
                  <a:srgbClr val="2299FF"/>
                </a:solidFill>
              </a:rPr>
              <a:t>kegelmantel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/>
              <a:t>Het platte zijvlak is een cirkel.</a:t>
            </a:r>
          </a:p>
          <a:p>
            <a:endParaRPr lang="nl-NL" dirty="0"/>
          </a:p>
          <a:p>
            <a:r>
              <a:rPr lang="nl-NL" dirty="0"/>
              <a:t>De cirkel zit in de uitslag maar</a:t>
            </a:r>
            <a:br>
              <a:rPr lang="nl-NL" dirty="0"/>
            </a:br>
            <a:r>
              <a:rPr lang="nl-NL" dirty="0"/>
              <a:t>op één punt vast aan de kegelmantel.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66A7B794-965D-1279-EF67-D47BAD184C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/>
          </a:bodyPr>
          <a:lstStyle/>
          <a:p>
            <a:r>
              <a:rPr lang="nl-NL" b="1" dirty="0"/>
              <a:t>Leerdoel </a:t>
            </a:r>
            <a:r>
              <a:rPr lang="nl-NL" dirty="0"/>
              <a:t> Je kunt benoemen of een figuur een uitslag van een cilinder of een kegel is.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C3EE1F9C-A25A-7AD2-4993-105C89A4B17D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J Uitslag cilinder en kegel (vmbo-t)</a:t>
            </a:r>
          </a:p>
        </p:txBody>
      </p:sp>
      <p:pic>
        <p:nvPicPr>
          <p:cNvPr id="5" name="Afbeelding 4" descr="Afbeelding met diagram, cirkel, ontwerp&#10;&#10;Automatisch gegenereerde beschrijving">
            <a:extLst>
              <a:ext uri="{FF2B5EF4-FFF2-40B4-BE49-F238E27FC236}">
                <a16:creationId xmlns:a16="http://schemas.microsoft.com/office/drawing/2014/main" id="{BE352740-F5D0-D1DA-A68D-8E2D337E5FF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38961" y="2230431"/>
            <a:ext cx="4943408" cy="3297114"/>
          </a:xfrm>
          <a:prstGeom prst="rect">
            <a:avLst/>
          </a:prstGeom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1080E9CD-0AF0-9B4F-E4C6-7956CC7E8324}"/>
              </a:ext>
            </a:extLst>
          </p:cNvPr>
          <p:cNvSpPr/>
          <p:nvPr/>
        </p:nvSpPr>
        <p:spPr>
          <a:xfrm>
            <a:off x="9741529" y="3078178"/>
            <a:ext cx="1539089" cy="350822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8997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F6671C4-E2C8-14D2-A774-1F92C33EF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7" y="1112400"/>
            <a:ext cx="7855975" cy="739260"/>
          </a:xfrm>
        </p:spPr>
        <p:txBody>
          <a:bodyPr>
            <a:normAutofit/>
          </a:bodyPr>
          <a:lstStyle/>
          <a:p>
            <a:r>
              <a:rPr lang="nl-NL" dirty="0"/>
              <a:t>Testopgave Uitslag cilinder en kegel (blz. 46)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7" y="1851660"/>
            <a:ext cx="8559691" cy="4223825"/>
          </a:xfrm>
        </p:spPr>
        <p:txBody>
          <a:bodyPr>
            <a:normAutofit/>
          </a:bodyPr>
          <a:lstStyle/>
          <a:p>
            <a:r>
              <a:rPr lang="nl-NL" dirty="0"/>
              <a:t>Welke figuren zijn uitslagen van een cilinder?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sz="1100" dirty="0"/>
          </a:p>
          <a:p>
            <a:r>
              <a:rPr lang="nl-NL" dirty="0"/>
              <a:t>Welke figuren zijn uitslagen van een kegel? 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69B31AA6-FC18-DC3B-6F67-C60C08C330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49614" y="4912666"/>
            <a:ext cx="4206241" cy="1371510"/>
          </a:xfrm>
          <a:prstGeom prst="rect">
            <a:avLst/>
          </a:prstGeom>
        </p:spPr>
      </p:pic>
      <p:pic>
        <p:nvPicPr>
          <p:cNvPr id="4" name="Afbeelding 3" descr="Afbeelding met schermopname, diagram&#10;&#10;Automatisch gegenereerde beschrijving">
            <a:extLst>
              <a:ext uri="{FF2B5EF4-FFF2-40B4-BE49-F238E27FC236}">
                <a16:creationId xmlns:a16="http://schemas.microsoft.com/office/drawing/2014/main" id="{753ACA37-0783-B1FC-76B2-D661D1EE4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639" y="2401356"/>
            <a:ext cx="5090138" cy="177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4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F6671C4-E2C8-14D2-A774-1F92C33EF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7" y="1112400"/>
            <a:ext cx="7838723" cy="739260"/>
          </a:xfrm>
        </p:spPr>
        <p:txBody>
          <a:bodyPr>
            <a:normAutofit/>
          </a:bodyPr>
          <a:lstStyle/>
          <a:p>
            <a:r>
              <a:rPr lang="nl-NL" dirty="0"/>
              <a:t>Testopgave Uitslag cilinder en kegel (blz. 46)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7" y="1851660"/>
            <a:ext cx="8559691" cy="3154681"/>
          </a:xfrm>
        </p:spPr>
        <p:txBody>
          <a:bodyPr>
            <a:normAutofit/>
          </a:bodyPr>
          <a:lstStyle/>
          <a:p>
            <a:r>
              <a:rPr lang="nl-NL" dirty="0"/>
              <a:t>Welke figuren zijn uitslagen van een cilinder?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sz="1100" dirty="0"/>
          </a:p>
          <a:p>
            <a:r>
              <a:rPr lang="nl-NL" dirty="0"/>
              <a:t>Welke figuren zijn uitslagen van een kegel? 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69B31AA6-FC18-DC3B-6F67-C60C08C330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49614" y="4912666"/>
            <a:ext cx="4206241" cy="1371510"/>
          </a:xfrm>
          <a:prstGeom prst="rect">
            <a:avLst/>
          </a:prstGeom>
        </p:spPr>
      </p:pic>
      <p:pic>
        <p:nvPicPr>
          <p:cNvPr id="4" name="Afbeelding 3" descr="Afbeelding met schermopname, diagram&#10;&#10;Automatisch gegenereerde beschrijving">
            <a:extLst>
              <a:ext uri="{FF2B5EF4-FFF2-40B4-BE49-F238E27FC236}">
                <a16:creationId xmlns:a16="http://schemas.microsoft.com/office/drawing/2014/main" id="{753ACA37-0783-B1FC-76B2-D661D1EE4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639" y="2401356"/>
            <a:ext cx="5090138" cy="1770907"/>
          </a:xfrm>
          <a:prstGeom prst="rect">
            <a:avLst/>
          </a:prstGeom>
        </p:spPr>
      </p:pic>
      <p:pic>
        <p:nvPicPr>
          <p:cNvPr id="7" name="Graphic 6" descr="Sluiten met effen opvulling">
            <a:extLst>
              <a:ext uri="{FF2B5EF4-FFF2-40B4-BE49-F238E27FC236}">
                <a16:creationId xmlns:a16="http://schemas.microsoft.com/office/drawing/2014/main" id="{E46AAA73-ACA7-03AB-5A94-B77949B089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73464" y="3999095"/>
            <a:ext cx="158567" cy="158567"/>
          </a:xfrm>
          <a:prstGeom prst="rect">
            <a:avLst/>
          </a:prstGeom>
        </p:spPr>
      </p:pic>
      <p:pic>
        <p:nvPicPr>
          <p:cNvPr id="9" name="Graphic 8" descr="Sluiten met effen opvulling">
            <a:extLst>
              <a:ext uri="{FF2B5EF4-FFF2-40B4-BE49-F238E27FC236}">
                <a16:creationId xmlns:a16="http://schemas.microsoft.com/office/drawing/2014/main" id="{FA9E4F84-726E-798B-7BAE-9C1CCA53C1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7645" y="3999095"/>
            <a:ext cx="158567" cy="158567"/>
          </a:xfrm>
          <a:prstGeom prst="rect">
            <a:avLst/>
          </a:prstGeom>
        </p:spPr>
      </p:pic>
      <p:pic>
        <p:nvPicPr>
          <p:cNvPr id="10" name="Graphic 9" descr="Sluiten met effen opvulling">
            <a:extLst>
              <a:ext uri="{FF2B5EF4-FFF2-40B4-BE49-F238E27FC236}">
                <a16:creationId xmlns:a16="http://schemas.microsoft.com/office/drawing/2014/main" id="{15867D34-5728-36CF-01E8-8480D30836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92514" y="6106897"/>
            <a:ext cx="158567" cy="158567"/>
          </a:xfrm>
          <a:prstGeom prst="rect">
            <a:avLst/>
          </a:prstGeom>
        </p:spPr>
      </p:pic>
      <p:pic>
        <p:nvPicPr>
          <p:cNvPr id="11" name="Graphic 10" descr="Sluiten met effen opvulling">
            <a:extLst>
              <a:ext uri="{FF2B5EF4-FFF2-40B4-BE49-F238E27FC236}">
                <a16:creationId xmlns:a16="http://schemas.microsoft.com/office/drawing/2014/main" id="{9F8CE103-89A4-BDCA-5480-312B08BE65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50114" y="6107931"/>
            <a:ext cx="158567" cy="158567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D636449B-E9FB-C40E-A942-FE5C1A8B49E2}"/>
              </a:ext>
            </a:extLst>
          </p:cNvPr>
          <p:cNvSpPr txBox="1"/>
          <p:nvPr/>
        </p:nvSpPr>
        <p:spPr>
          <a:xfrm>
            <a:off x="1362566" y="3883223"/>
            <a:ext cx="48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9DBAAE61-DDC9-0657-A68A-BA3356EA9AAD}"/>
              </a:ext>
            </a:extLst>
          </p:cNvPr>
          <p:cNvSpPr txBox="1"/>
          <p:nvPr/>
        </p:nvSpPr>
        <p:spPr>
          <a:xfrm>
            <a:off x="4067702" y="3876434"/>
            <a:ext cx="48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E202BC99-0E88-2F5E-1276-FF44307DEECE}"/>
              </a:ext>
            </a:extLst>
          </p:cNvPr>
          <p:cNvSpPr txBox="1"/>
          <p:nvPr/>
        </p:nvSpPr>
        <p:spPr>
          <a:xfrm>
            <a:off x="1374094" y="5993560"/>
            <a:ext cx="48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057EA450-BEC9-D0FA-CB3A-0E8329146534}"/>
              </a:ext>
            </a:extLst>
          </p:cNvPr>
          <p:cNvSpPr txBox="1"/>
          <p:nvPr/>
        </p:nvSpPr>
        <p:spPr>
          <a:xfrm>
            <a:off x="5052109" y="5996198"/>
            <a:ext cx="48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3" name="Tijdelijke aanduiding voor tekst 84">
            <a:extLst>
              <a:ext uri="{FF2B5EF4-FFF2-40B4-BE49-F238E27FC236}">
                <a16:creationId xmlns:a16="http://schemas.microsoft.com/office/drawing/2014/main" id="{BCAA11ED-2B4B-CB24-55A5-06128308C772}"/>
              </a:ext>
            </a:extLst>
          </p:cNvPr>
          <p:cNvSpPr>
            <a:spLocks noGrp="1"/>
          </p:cNvSpPr>
          <p:nvPr/>
        </p:nvSpPr>
        <p:spPr>
          <a:xfrm>
            <a:off x="9633922" y="5283511"/>
            <a:ext cx="2016928" cy="1037857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19050">
            <a:solidFill>
              <a:srgbClr val="FF0000"/>
            </a:solidFill>
          </a:ln>
        </p:spPr>
        <p:txBody>
          <a:bodyPr vert="horz" wrap="square" lIns="0" tIns="151200" rIns="1080000" bIns="0" anchor="t" anchorCtr="0" compatLnSpc="1">
            <a:noAutofit/>
          </a:bodyPr>
          <a:lstStyle>
            <a:lvl1pPr marL="0" marR="0" lvl="0" indent="0" algn="r" defTabSz="914400" rtl="0" eaLnBrk="1" fontAlgn="auto" hangingPunct="1">
              <a:lnSpc>
                <a:spcPts val="121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None/>
              <a:tabLst/>
              <a:defRPr lang="nl-NL" sz="1800" b="0" i="0" u="none" strike="noStrike" kern="1200" cap="none" spc="0" baseline="0">
                <a:solidFill>
                  <a:srgbClr val="FF0000"/>
                </a:solidFill>
                <a:uFillTx/>
                <a:latin typeface="+mn-lt"/>
              </a:defRPr>
            </a:lvl1pPr>
            <a:lvl2pPr marL="457200" marR="0" lvl="1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914400" marR="0" lvl="2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371600" marR="0" lvl="3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828800" marR="0" lvl="4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0</a:t>
            </a:r>
            <a:r>
              <a:rPr lang="nl-N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– 2</a:t>
            </a:r>
            <a:endParaRPr lang="nl-NL" dirty="0"/>
          </a:p>
          <a:p>
            <a:r>
              <a:rPr lang="nl-NL" dirty="0"/>
              <a:t>3</a:t>
            </a:r>
          </a:p>
          <a:p>
            <a:r>
              <a:rPr lang="nl-NL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3650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3" grpId="0" animBg="1"/>
    </p:bldLst>
  </p:timing>
</p:sld>
</file>

<file path=ppt/theme/theme1.xml><?xml version="1.0" encoding="utf-8"?>
<a:theme xmlns:a="http://schemas.openxmlformats.org/drawingml/2006/main" name="G&amp;R14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FF_GR14_BasisPowerPoint.potx" id="{85DE7767-28D4-488A-B1E7-BAD6797D6540}" vid="{B78EF8CE-25C6-4674-96D7-A5AC24534CAD}"/>
    </a:ext>
  </a:extLst>
</a:theme>
</file>

<file path=ppt/theme/theme2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7e653b-d318-4ef3-ba38-8d23e212adcb">
      <Terms xmlns="http://schemas.microsoft.com/office/infopath/2007/PartnerControls"/>
    </lcf76f155ced4ddcb4097134ff3c332f>
    <TaxCatchAll xmlns="271569a7-1784-4b50-bede-f81c246730b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E00D241C144988ED88ADD87E6DEF" ma:contentTypeVersion="13" ma:contentTypeDescription="Een nieuw document maken." ma:contentTypeScope="" ma:versionID="decac9ff74878720105b1aeff07df72a">
  <xsd:schema xmlns:xsd="http://www.w3.org/2001/XMLSchema" xmlns:xs="http://www.w3.org/2001/XMLSchema" xmlns:p="http://schemas.microsoft.com/office/2006/metadata/properties" xmlns:ns2="d27e653b-d318-4ef3-ba38-8d23e212adcb" xmlns:ns3="271569a7-1784-4b50-bede-f81c246730b5" targetNamespace="http://schemas.microsoft.com/office/2006/metadata/properties" ma:root="true" ma:fieldsID="5c68a0db746ce7de69ea717b1ef40e20" ns2:_="" ns3:_="">
    <xsd:import namespace="d27e653b-d318-4ef3-ba38-8d23e212adcb"/>
    <xsd:import namespace="271569a7-1784-4b50-bede-f81c246730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e653b-d318-4ef3-ba38-8d23e212a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Afbeeldingtags" ma:readOnly="false" ma:fieldId="{5cf76f15-5ced-4ddc-b409-7134ff3c332f}" ma:taxonomyMulti="true" ma:sspId="4834726b-8307-46c9-bb2c-7bd1e590fd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1569a7-1784-4b50-bede-f81c246730b5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bb85f3a-1f98-426a-95ca-7169bd032e04}" ma:internalName="TaxCatchAll" ma:showField="CatchAllData" ma:web="271569a7-1784-4b50-bede-f81c246730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4C4E7A-E4B6-4A32-8CEB-6FECCB43B894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271569a7-1784-4b50-bede-f81c246730b5"/>
    <ds:schemaRef ds:uri="http://purl.org/dc/elements/1.1/"/>
    <ds:schemaRef ds:uri="http://purl.org/dc/terms/"/>
    <ds:schemaRef ds:uri="http://schemas.openxmlformats.org/package/2006/metadata/core-properties"/>
    <ds:schemaRef ds:uri="d27e653b-d318-4ef3-ba38-8d23e212adcb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056D82F-7AE4-4AFC-9CDB-51F3C5B87C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19B4C6-D953-45B6-8EF9-6C2E88B873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7e653b-d318-4ef3-ba38-8d23e212adcb"/>
    <ds:schemaRef ds:uri="271569a7-1784-4b50-bede-f81c246730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vFF_GR14_BasisPowerPoint</Template>
  <TotalTime>91</TotalTime>
  <Words>422</Words>
  <Application>Microsoft Office PowerPoint</Application>
  <PresentationFormat>Breedbeeld</PresentationFormat>
  <Paragraphs>146</Paragraphs>
  <Slides>15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20" baseType="lpstr">
      <vt:lpstr>Calibri</vt:lpstr>
      <vt:lpstr>Tahoma</vt:lpstr>
      <vt:lpstr>Times New Roman</vt:lpstr>
      <vt:lpstr>Arial</vt:lpstr>
      <vt:lpstr>G&amp;R14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Hendrik Jan Smit</dc:creator>
  <dc:description/>
  <cp:lastModifiedBy>Hendrik Jan Smit</cp:lastModifiedBy>
  <cp:revision>23</cp:revision>
  <dcterms:created xsi:type="dcterms:W3CDTF">2025-10-30T14:31:15Z</dcterms:created>
  <dcterms:modified xsi:type="dcterms:W3CDTF">2026-02-10T12:46:25Z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0x0101007527E00D241C144988ED88ADD87E6DEF</vt:lpwstr>
  </property>
  <property fmtid="{D5CDD505-2E9C-101B-9397-08002B2CF9AE}" pid="3" name="MSIP_Label_6387c02c-836c-49e4-b41d-479cb8f95848_Enabled">
    <vt:lpwstr>true</vt:lpwstr>
  </property>
  <property fmtid="{D5CDD505-2E9C-101B-9397-08002B2CF9AE}" pid="4" name="MSIP_Label_6387c02c-836c-49e4-b41d-479cb8f95848_SetDate">
    <vt:lpwstr>2025-10-30T15:52:31Z</vt:lpwstr>
  </property>
  <property fmtid="{D5CDD505-2E9C-101B-9397-08002B2CF9AE}" pid="5" name="MSIP_Label_6387c02c-836c-49e4-b41d-479cb8f95848_Method">
    <vt:lpwstr>Standard</vt:lpwstr>
  </property>
  <property fmtid="{D5CDD505-2E9C-101B-9397-08002B2CF9AE}" pid="6" name="MSIP_Label_6387c02c-836c-49e4-b41d-479cb8f95848_Name">
    <vt:lpwstr>Openbaar</vt:lpwstr>
  </property>
  <property fmtid="{D5CDD505-2E9C-101B-9397-08002B2CF9AE}" pid="7" name="MSIP_Label_6387c02c-836c-49e4-b41d-479cb8f95848_SiteId">
    <vt:lpwstr>f601c435-3967-4a0f-b104-8d8e5227d26e</vt:lpwstr>
  </property>
  <property fmtid="{D5CDD505-2E9C-101B-9397-08002B2CF9AE}" pid="8" name="MSIP_Label_6387c02c-836c-49e4-b41d-479cb8f95848_ActionId">
    <vt:lpwstr>0de45985-660c-4436-bd5f-9c41fbb48967</vt:lpwstr>
  </property>
  <property fmtid="{D5CDD505-2E9C-101B-9397-08002B2CF9AE}" pid="9" name="MSIP_Label_6387c02c-836c-49e4-b41d-479cb8f95848_ContentBits">
    <vt:lpwstr>0</vt:lpwstr>
  </property>
  <property fmtid="{D5CDD505-2E9C-101B-9397-08002B2CF9AE}" pid="10" name="MSIP_Label_6387c02c-836c-49e4-b41d-479cb8f95848_Tag">
    <vt:lpwstr>10, 3, 0, 2</vt:lpwstr>
  </property>
  <property fmtid="{D5CDD505-2E9C-101B-9397-08002B2CF9AE}" pid="11" name="MediaServiceImageTags">
    <vt:lpwstr/>
  </property>
</Properties>
</file>