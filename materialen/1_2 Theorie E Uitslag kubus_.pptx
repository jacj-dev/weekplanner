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60" r:id="rId5"/>
    <p:sldId id="267" r:id="rId6"/>
    <p:sldId id="275" r:id="rId7"/>
    <p:sldId id="276" r:id="rId8"/>
    <p:sldId id="265" r:id="rId9"/>
    <p:sldId id="277" r:id="rId10"/>
    <p:sldId id="278" r:id="rId11"/>
    <p:sldId id="269" r:id="rId12"/>
    <p:sldId id="272" r:id="rId13"/>
    <p:sldId id="279" r:id="rId14"/>
  </p:sldIdLst>
  <p:sldSz cx="12192000" cy="6858000"/>
  <p:notesSz cx="6858000" cy="9144000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Tahoma" panose="020B0604030504040204" pitchFamily="34" charset="0"/>
      <p:regular r:id="rId21"/>
      <p:bold r:id="rId22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ECD"/>
    <a:srgbClr val="F78D8D"/>
    <a:srgbClr val="9DC3E6"/>
    <a:srgbClr val="FFFF00"/>
    <a:srgbClr val="92D050"/>
    <a:srgbClr val="F9B000"/>
    <a:srgbClr val="A97D7E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8F458D-2407-425F-A8DA-651222888ADB}" v="1" dt="2026-02-10T12:43:54.8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2"/>
  </p:normalViewPr>
  <p:slideViewPr>
    <p:cSldViewPr snapToGrid="0" snapToObjects="1">
      <p:cViewPr varScale="1">
        <p:scale>
          <a:sx n="105" d="100"/>
          <a:sy n="105" d="100"/>
        </p:scale>
        <p:origin x="834" y="-1596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drik Jan Smit" userId="5571e904-965a-470c-bee8-b4b564478074" providerId="ADAL" clId="{B286A450-2E94-48C3-BE87-4DC2BF1C8775}"/>
    <pc:docChg chg="custSel modSld">
      <pc:chgData name="Hendrik Jan Smit" userId="5571e904-965a-470c-bee8-b4b564478074" providerId="ADAL" clId="{B286A450-2E94-48C3-BE87-4DC2BF1C8775}" dt="2026-01-21T13:56:49.359" v="40" actId="2711"/>
      <pc:docMkLst>
        <pc:docMk/>
      </pc:docMkLst>
      <pc:sldChg chg="modSp mod">
        <pc:chgData name="Hendrik Jan Smit" userId="5571e904-965a-470c-bee8-b4b564478074" providerId="ADAL" clId="{B286A450-2E94-48C3-BE87-4DC2BF1C8775}" dt="2026-01-21T10:57:47.877" v="17" actId="113"/>
        <pc:sldMkLst>
          <pc:docMk/>
          <pc:sldMk cId="3907407524" sldId="260"/>
        </pc:sldMkLst>
        <pc:spChg chg="mod">
          <ac:chgData name="Hendrik Jan Smit" userId="5571e904-965a-470c-bee8-b4b564478074" providerId="ADAL" clId="{B286A450-2E94-48C3-BE87-4DC2BF1C8775}" dt="2026-01-21T10:57:47.877" v="17" actId="113"/>
          <ac:spMkLst>
            <pc:docMk/>
            <pc:sldMk cId="3907407524" sldId="260"/>
            <ac:spMk id="16" creationId="{71C605C0-2905-85C6-776C-B1999A444D84}"/>
          </ac:spMkLst>
        </pc:spChg>
      </pc:sldChg>
      <pc:sldChg chg="modSp mod">
        <pc:chgData name="Hendrik Jan Smit" userId="5571e904-965a-470c-bee8-b4b564478074" providerId="ADAL" clId="{B286A450-2E94-48C3-BE87-4DC2BF1C8775}" dt="2026-01-21T13:56:49.359" v="40" actId="2711"/>
        <pc:sldMkLst>
          <pc:docMk/>
          <pc:sldMk cId="3546129525" sldId="265"/>
        </pc:sldMkLst>
        <pc:spChg chg="mod">
          <ac:chgData name="Hendrik Jan Smit" userId="5571e904-965a-470c-bee8-b4b564478074" providerId="ADAL" clId="{B286A450-2E94-48C3-BE87-4DC2BF1C8775}" dt="2026-01-21T13:56:49.359" v="40" actId="2711"/>
          <ac:spMkLst>
            <pc:docMk/>
            <pc:sldMk cId="3546129525" sldId="265"/>
            <ac:spMk id="7" creationId="{597C7FE2-54BE-95B5-A462-D9F193F3F05B}"/>
          </ac:spMkLst>
        </pc:spChg>
        <pc:spChg chg="mod">
          <ac:chgData name="Hendrik Jan Smit" userId="5571e904-965a-470c-bee8-b4b564478074" providerId="ADAL" clId="{B286A450-2E94-48C3-BE87-4DC2BF1C8775}" dt="2026-01-21T13:56:49.359" v="40" actId="2711"/>
          <ac:spMkLst>
            <pc:docMk/>
            <pc:sldMk cId="3546129525" sldId="265"/>
            <ac:spMk id="8" creationId="{6FB2EF31-5205-97B4-06F5-4DE924A77C64}"/>
          </ac:spMkLst>
        </pc:spChg>
        <pc:spChg chg="mod">
          <ac:chgData name="Hendrik Jan Smit" userId="5571e904-965a-470c-bee8-b4b564478074" providerId="ADAL" clId="{B286A450-2E94-48C3-BE87-4DC2BF1C8775}" dt="2026-01-21T13:56:49.359" v="40" actId="2711"/>
          <ac:spMkLst>
            <pc:docMk/>
            <pc:sldMk cId="3546129525" sldId="265"/>
            <ac:spMk id="9" creationId="{1EFF93FC-C3D7-46E7-E333-1479BB2C3AD9}"/>
          </ac:spMkLst>
        </pc:spChg>
        <pc:spChg chg="mod">
          <ac:chgData name="Hendrik Jan Smit" userId="5571e904-965a-470c-bee8-b4b564478074" providerId="ADAL" clId="{B286A450-2E94-48C3-BE87-4DC2BF1C8775}" dt="2026-01-21T13:56:49.359" v="40" actId="2711"/>
          <ac:spMkLst>
            <pc:docMk/>
            <pc:sldMk cId="3546129525" sldId="265"/>
            <ac:spMk id="10" creationId="{B00B7896-C485-04A4-4C77-5E1E65A65AC3}"/>
          </ac:spMkLst>
        </pc:spChg>
      </pc:sldChg>
      <pc:sldChg chg="modSp mod">
        <pc:chgData name="Hendrik Jan Smit" userId="5571e904-965a-470c-bee8-b4b564478074" providerId="ADAL" clId="{B286A450-2E94-48C3-BE87-4DC2BF1C8775}" dt="2026-01-21T10:57:56.485" v="18" actId="2711"/>
        <pc:sldMkLst>
          <pc:docMk/>
          <pc:sldMk cId="3047777038" sldId="267"/>
        </pc:sldMkLst>
        <pc:spChg chg="mod">
          <ac:chgData name="Hendrik Jan Smit" userId="5571e904-965a-470c-bee8-b4b564478074" providerId="ADAL" clId="{B286A450-2E94-48C3-BE87-4DC2BF1C8775}" dt="2026-01-21T10:57:56.485" v="18" actId="2711"/>
          <ac:spMkLst>
            <pc:docMk/>
            <pc:sldMk cId="3047777038" sldId="267"/>
            <ac:spMk id="7" creationId="{1EECDC37-FE89-1D2C-D8FA-CB47D4912940}"/>
          </ac:spMkLst>
        </pc:spChg>
        <pc:spChg chg="mod">
          <ac:chgData name="Hendrik Jan Smit" userId="5571e904-965a-470c-bee8-b4b564478074" providerId="ADAL" clId="{B286A450-2E94-48C3-BE87-4DC2BF1C8775}" dt="2026-01-21T10:57:56.485" v="18" actId="2711"/>
          <ac:spMkLst>
            <pc:docMk/>
            <pc:sldMk cId="3047777038" sldId="267"/>
            <ac:spMk id="8" creationId="{CEE214AF-A173-CB52-78EC-A6D1AB230929}"/>
          </ac:spMkLst>
        </pc:spChg>
        <pc:spChg chg="mod">
          <ac:chgData name="Hendrik Jan Smit" userId="5571e904-965a-470c-bee8-b4b564478074" providerId="ADAL" clId="{B286A450-2E94-48C3-BE87-4DC2BF1C8775}" dt="2026-01-21T10:57:56.485" v="18" actId="2711"/>
          <ac:spMkLst>
            <pc:docMk/>
            <pc:sldMk cId="3047777038" sldId="267"/>
            <ac:spMk id="15" creationId="{5CFD7077-4C91-8EE4-B967-CE3A9854B834}"/>
          </ac:spMkLst>
        </pc:spChg>
      </pc:sldChg>
      <pc:sldChg chg="modSp mod modAnim">
        <pc:chgData name="Hendrik Jan Smit" userId="5571e904-965a-470c-bee8-b4b564478074" providerId="ADAL" clId="{B286A450-2E94-48C3-BE87-4DC2BF1C8775}" dt="2026-01-21T10:59:01.558" v="24" actId="113"/>
        <pc:sldMkLst>
          <pc:docMk/>
          <pc:sldMk cId="1189970495" sldId="269"/>
        </pc:sldMkLst>
        <pc:spChg chg="mod">
          <ac:chgData name="Hendrik Jan Smit" userId="5571e904-965a-470c-bee8-b4b564478074" providerId="ADAL" clId="{B286A450-2E94-48C3-BE87-4DC2BF1C8775}" dt="2026-01-21T10:59:01.558" v="24" actId="113"/>
          <ac:spMkLst>
            <pc:docMk/>
            <pc:sldMk cId="1189970495" sldId="269"/>
            <ac:spMk id="3" creationId="{6376D5AA-9FAA-0A95-6047-8293376AD0D3}"/>
          </ac:spMkLst>
        </pc:spChg>
      </pc:sldChg>
      <pc:sldChg chg="modSp mod">
        <pc:chgData name="Hendrik Jan Smit" userId="5571e904-965a-470c-bee8-b4b564478074" providerId="ADAL" clId="{B286A450-2E94-48C3-BE87-4DC2BF1C8775}" dt="2026-01-21T10:59:56.796" v="35" actId="20577"/>
        <pc:sldMkLst>
          <pc:docMk/>
          <pc:sldMk cId="105504778" sldId="272"/>
        </pc:sldMkLst>
        <pc:spChg chg="mod">
          <ac:chgData name="Hendrik Jan Smit" userId="5571e904-965a-470c-bee8-b4b564478074" providerId="ADAL" clId="{B286A450-2E94-48C3-BE87-4DC2BF1C8775}" dt="2026-01-21T10:59:56.796" v="35" actId="20577"/>
          <ac:spMkLst>
            <pc:docMk/>
            <pc:sldMk cId="105504778" sldId="272"/>
            <ac:spMk id="5" creationId="{5F6671C4-E2C8-14D2-A774-1F92C33EF022}"/>
          </ac:spMkLst>
        </pc:spChg>
      </pc:sldChg>
      <pc:sldChg chg="modSp mod">
        <pc:chgData name="Hendrik Jan Smit" userId="5571e904-965a-470c-bee8-b4b564478074" providerId="ADAL" clId="{B286A450-2E94-48C3-BE87-4DC2BF1C8775}" dt="2026-01-21T10:58:04.558" v="19" actId="2711"/>
        <pc:sldMkLst>
          <pc:docMk/>
          <pc:sldMk cId="1311733320" sldId="275"/>
        </pc:sldMkLst>
        <pc:spChg chg="mod">
          <ac:chgData name="Hendrik Jan Smit" userId="5571e904-965a-470c-bee8-b4b564478074" providerId="ADAL" clId="{B286A450-2E94-48C3-BE87-4DC2BF1C8775}" dt="2026-01-21T10:58:04.558" v="19" actId="2711"/>
          <ac:spMkLst>
            <pc:docMk/>
            <pc:sldMk cId="1311733320" sldId="275"/>
            <ac:spMk id="7" creationId="{899CB734-EB2C-5CB1-12CF-6BF3A51164FB}"/>
          </ac:spMkLst>
        </pc:spChg>
        <pc:spChg chg="mod">
          <ac:chgData name="Hendrik Jan Smit" userId="5571e904-965a-470c-bee8-b4b564478074" providerId="ADAL" clId="{B286A450-2E94-48C3-BE87-4DC2BF1C8775}" dt="2026-01-21T10:58:04.558" v="19" actId="2711"/>
          <ac:spMkLst>
            <pc:docMk/>
            <pc:sldMk cId="1311733320" sldId="275"/>
            <ac:spMk id="8" creationId="{E48F34E4-EEE8-DEBA-245C-EC904BDD0F96}"/>
          </ac:spMkLst>
        </pc:spChg>
        <pc:spChg chg="mod">
          <ac:chgData name="Hendrik Jan Smit" userId="5571e904-965a-470c-bee8-b4b564478074" providerId="ADAL" clId="{B286A450-2E94-48C3-BE87-4DC2BF1C8775}" dt="2026-01-21T10:58:04.558" v="19" actId="2711"/>
          <ac:spMkLst>
            <pc:docMk/>
            <pc:sldMk cId="1311733320" sldId="275"/>
            <ac:spMk id="15" creationId="{E55E96A7-6CA5-AFBF-87D8-F7570DB32F50}"/>
          </ac:spMkLst>
        </pc:spChg>
      </pc:sldChg>
      <pc:sldChg chg="modSp mod">
        <pc:chgData name="Hendrik Jan Smit" userId="5571e904-965a-470c-bee8-b4b564478074" providerId="ADAL" clId="{B286A450-2E94-48C3-BE87-4DC2BF1C8775}" dt="2026-01-21T10:58:13.554" v="20" actId="2711"/>
        <pc:sldMkLst>
          <pc:docMk/>
          <pc:sldMk cId="174339698" sldId="276"/>
        </pc:sldMkLst>
        <pc:spChg chg="mod">
          <ac:chgData name="Hendrik Jan Smit" userId="5571e904-965a-470c-bee8-b4b564478074" providerId="ADAL" clId="{B286A450-2E94-48C3-BE87-4DC2BF1C8775}" dt="2026-01-21T10:58:13.554" v="20" actId="2711"/>
          <ac:spMkLst>
            <pc:docMk/>
            <pc:sldMk cId="174339698" sldId="276"/>
            <ac:spMk id="7" creationId="{9C8011F7-D9E3-E120-34C4-E75F17B0608F}"/>
          </ac:spMkLst>
        </pc:spChg>
        <pc:spChg chg="mod">
          <ac:chgData name="Hendrik Jan Smit" userId="5571e904-965a-470c-bee8-b4b564478074" providerId="ADAL" clId="{B286A450-2E94-48C3-BE87-4DC2BF1C8775}" dt="2026-01-21T10:58:13.554" v="20" actId="2711"/>
          <ac:spMkLst>
            <pc:docMk/>
            <pc:sldMk cId="174339698" sldId="276"/>
            <ac:spMk id="8" creationId="{24CF2E96-8DDB-4388-C469-0BDAA0676250}"/>
          </ac:spMkLst>
        </pc:spChg>
        <pc:spChg chg="mod">
          <ac:chgData name="Hendrik Jan Smit" userId="5571e904-965a-470c-bee8-b4b564478074" providerId="ADAL" clId="{B286A450-2E94-48C3-BE87-4DC2BF1C8775}" dt="2026-01-21T10:58:13.554" v="20" actId="2711"/>
          <ac:spMkLst>
            <pc:docMk/>
            <pc:sldMk cId="174339698" sldId="276"/>
            <ac:spMk id="15" creationId="{65CDA742-CD2D-739A-2D43-A9C164B57EFD}"/>
          </ac:spMkLst>
        </pc:spChg>
      </pc:sldChg>
      <pc:sldChg chg="modSp mod">
        <pc:chgData name="Hendrik Jan Smit" userId="5571e904-965a-470c-bee8-b4b564478074" providerId="ADAL" clId="{B286A450-2E94-48C3-BE87-4DC2BF1C8775}" dt="2026-01-21T10:58:31.697" v="21" actId="2711"/>
        <pc:sldMkLst>
          <pc:docMk/>
          <pc:sldMk cId="1278016645" sldId="277"/>
        </pc:sldMkLst>
        <pc:spChg chg="mod">
          <ac:chgData name="Hendrik Jan Smit" userId="5571e904-965a-470c-bee8-b4b564478074" providerId="ADAL" clId="{B286A450-2E94-48C3-BE87-4DC2BF1C8775}" dt="2026-01-21T10:58:31.697" v="21" actId="2711"/>
          <ac:spMkLst>
            <pc:docMk/>
            <pc:sldMk cId="1278016645" sldId="277"/>
            <ac:spMk id="7" creationId="{3F368BB1-B8B3-728E-BCBE-84DABD26618E}"/>
          </ac:spMkLst>
        </pc:spChg>
        <pc:spChg chg="mod">
          <ac:chgData name="Hendrik Jan Smit" userId="5571e904-965a-470c-bee8-b4b564478074" providerId="ADAL" clId="{B286A450-2E94-48C3-BE87-4DC2BF1C8775}" dt="2026-01-21T10:58:31.697" v="21" actId="2711"/>
          <ac:spMkLst>
            <pc:docMk/>
            <pc:sldMk cId="1278016645" sldId="277"/>
            <ac:spMk id="8" creationId="{F9BDB277-4484-5822-FB4E-B70D04C6B88F}"/>
          </ac:spMkLst>
        </pc:spChg>
        <pc:spChg chg="mod">
          <ac:chgData name="Hendrik Jan Smit" userId="5571e904-965a-470c-bee8-b4b564478074" providerId="ADAL" clId="{B286A450-2E94-48C3-BE87-4DC2BF1C8775}" dt="2026-01-21T10:58:31.697" v="21" actId="2711"/>
          <ac:spMkLst>
            <pc:docMk/>
            <pc:sldMk cId="1278016645" sldId="277"/>
            <ac:spMk id="9" creationId="{D55081F9-3D00-99AA-09D0-637C2B562F4E}"/>
          </ac:spMkLst>
        </pc:spChg>
      </pc:sldChg>
      <pc:sldChg chg="modSp mod">
        <pc:chgData name="Hendrik Jan Smit" userId="5571e904-965a-470c-bee8-b4b564478074" providerId="ADAL" clId="{B286A450-2E94-48C3-BE87-4DC2BF1C8775}" dt="2026-01-21T10:58:54.013" v="23" actId="2711"/>
        <pc:sldMkLst>
          <pc:docMk/>
          <pc:sldMk cId="3201030482" sldId="278"/>
        </pc:sldMkLst>
        <pc:spChg chg="mod">
          <ac:chgData name="Hendrik Jan Smit" userId="5571e904-965a-470c-bee8-b4b564478074" providerId="ADAL" clId="{B286A450-2E94-48C3-BE87-4DC2BF1C8775}" dt="2026-01-21T10:58:54.013" v="23" actId="2711"/>
          <ac:spMkLst>
            <pc:docMk/>
            <pc:sldMk cId="3201030482" sldId="278"/>
            <ac:spMk id="7" creationId="{7231E93F-EF0C-4006-33BC-B8C870147851}"/>
          </ac:spMkLst>
        </pc:spChg>
        <pc:spChg chg="mod">
          <ac:chgData name="Hendrik Jan Smit" userId="5571e904-965a-470c-bee8-b4b564478074" providerId="ADAL" clId="{B286A450-2E94-48C3-BE87-4DC2BF1C8775}" dt="2026-01-21T10:58:54.013" v="23" actId="2711"/>
          <ac:spMkLst>
            <pc:docMk/>
            <pc:sldMk cId="3201030482" sldId="278"/>
            <ac:spMk id="8" creationId="{6B01F63A-3D4A-9FDC-988C-5517E274CED0}"/>
          </ac:spMkLst>
        </pc:spChg>
        <pc:spChg chg="ord">
          <ac:chgData name="Hendrik Jan Smit" userId="5571e904-965a-470c-bee8-b4b564478074" providerId="ADAL" clId="{B286A450-2E94-48C3-BE87-4DC2BF1C8775}" dt="2026-01-21T10:58:45.820" v="22" actId="167"/>
          <ac:spMkLst>
            <pc:docMk/>
            <pc:sldMk cId="3201030482" sldId="278"/>
            <ac:spMk id="14" creationId="{9C3CFD66-11DC-4F68-ECA3-66FB3ABA9041}"/>
          </ac:spMkLst>
        </pc:spChg>
      </pc:sldChg>
      <pc:sldChg chg="delSp modSp mod delAnim modAnim">
        <pc:chgData name="Hendrik Jan Smit" userId="5571e904-965a-470c-bee8-b4b564478074" providerId="ADAL" clId="{B286A450-2E94-48C3-BE87-4DC2BF1C8775}" dt="2026-01-21T11:00:10.494" v="39" actId="27636"/>
        <pc:sldMkLst>
          <pc:docMk/>
          <pc:sldMk cId="1439807076" sldId="279"/>
        </pc:sldMkLst>
        <pc:spChg chg="mod">
          <ac:chgData name="Hendrik Jan Smit" userId="5571e904-965a-470c-bee8-b4b564478074" providerId="ADAL" clId="{B286A450-2E94-48C3-BE87-4DC2BF1C8775}" dt="2026-01-21T11:00:10.494" v="39" actId="27636"/>
          <ac:spMkLst>
            <pc:docMk/>
            <pc:sldMk cId="1439807076" sldId="279"/>
            <ac:spMk id="5" creationId="{CCEB79D4-85F3-3AE3-6D4A-6BD3344FC699}"/>
          </ac:spMkLst>
        </pc:spChg>
        <pc:spChg chg="del">
          <ac:chgData name="Hendrik Jan Smit" userId="5571e904-965a-470c-bee8-b4b564478074" providerId="ADAL" clId="{B286A450-2E94-48C3-BE87-4DC2BF1C8775}" dt="2026-01-19T15:33:45.304" v="12" actId="478"/>
          <ac:spMkLst>
            <pc:docMk/>
            <pc:sldMk cId="1439807076" sldId="279"/>
            <ac:spMk id="10" creationId="{CF37DC9F-D44A-EA10-6F38-882C858FF4BF}"/>
          </ac:spMkLst>
        </pc:spChg>
        <pc:spChg chg="mod">
          <ac:chgData name="Hendrik Jan Smit" userId="5571e904-965a-470c-bee8-b4b564478074" providerId="ADAL" clId="{B286A450-2E94-48C3-BE87-4DC2BF1C8775}" dt="2026-01-19T15:34:18.748" v="15" actId="1076"/>
          <ac:spMkLst>
            <pc:docMk/>
            <pc:sldMk cId="1439807076" sldId="279"/>
            <ac:spMk id="11" creationId="{BCAA11ED-2B4B-CB24-55A5-06128308C772}"/>
          </ac:spMkLst>
        </pc:spChg>
      </pc:sldChg>
    </pc:docChg>
  </pc:docChgLst>
  <pc:docChgLst>
    <pc:chgData name="Hendrik Jan Smit" userId="5571e904-965a-470c-bee8-b4b564478074" providerId="ADAL" clId="{A68F458D-2407-425F-A8DA-651222888ADB}"/>
    <pc:docChg chg="undo custSel modSld">
      <pc:chgData name="Hendrik Jan Smit" userId="5571e904-965a-470c-bee8-b4b564478074" providerId="ADAL" clId="{A68F458D-2407-425F-A8DA-651222888ADB}" dt="2026-02-10T12:44:27.178" v="6" actId="2085"/>
      <pc:docMkLst>
        <pc:docMk/>
      </pc:docMkLst>
      <pc:sldChg chg="modSp mod">
        <pc:chgData name="Hendrik Jan Smit" userId="5571e904-965a-470c-bee8-b4b564478074" providerId="ADAL" clId="{A68F458D-2407-425F-A8DA-651222888ADB}" dt="2026-02-10T12:44:27.178" v="6" actId="2085"/>
        <pc:sldMkLst>
          <pc:docMk/>
          <pc:sldMk cId="1439807076" sldId="279"/>
        </pc:sldMkLst>
        <pc:spChg chg="mod">
          <ac:chgData name="Hendrik Jan Smit" userId="5571e904-965a-470c-bee8-b4b564478074" providerId="ADAL" clId="{A68F458D-2407-425F-A8DA-651222888ADB}" dt="2026-02-10T12:44:18.100" v="4" actId="2085"/>
          <ac:spMkLst>
            <pc:docMk/>
            <pc:sldMk cId="1439807076" sldId="279"/>
            <ac:spMk id="3" creationId="{29612712-60B1-1A15-BBDC-1F97CF342891}"/>
          </ac:spMkLst>
        </pc:spChg>
        <pc:spChg chg="mod">
          <ac:chgData name="Hendrik Jan Smit" userId="5571e904-965a-470c-bee8-b4b564478074" providerId="ADAL" clId="{A68F458D-2407-425F-A8DA-651222888ADB}" dt="2026-02-10T12:44:27.178" v="6" actId="2085"/>
          <ac:spMkLst>
            <pc:docMk/>
            <pc:sldMk cId="1439807076" sldId="279"/>
            <ac:spMk id="7" creationId="{6F9F5610-73EC-600B-F089-2C1BFF5617A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10-2-2026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1.2 Kubus en vierkant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E Uitslag kubus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684535" y="2275737"/>
            <a:ext cx="1115514" cy="381816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3484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17638" y="1918536"/>
            <a:ext cx="359327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17638" y="2904392"/>
            <a:ext cx="320008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17638" y="3898381"/>
            <a:ext cx="2733737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90439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89838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 descr="Afbeelding met lijn, diagram, ontwerp&#10;&#10;Door AI gegenereerde inhoud is mogelijk onjuist.">
            <a:extLst>
              <a:ext uri="{FF2B5EF4-FFF2-40B4-BE49-F238E27FC236}">
                <a16:creationId xmlns:a16="http://schemas.microsoft.com/office/drawing/2014/main" id="{6A13F385-16DE-A0D3-462C-01B40ABD9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8312" y="2566381"/>
            <a:ext cx="3091941" cy="26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7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58E15-2048-36F8-B024-4EE8D5CC7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BB02B1E-75A6-5D78-90D8-10025833F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B729E0E-3370-D038-870D-EE6C23ECFD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F3CDDF24-1002-9484-D25B-B5F4CDC1FC1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684535" y="1302870"/>
            <a:ext cx="1115514" cy="3818166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39A7920-2613-A078-F135-D19C96EEEB9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3484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99CB734-EB2C-5CB1-12CF-6BF3A51164F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17638" y="1918536"/>
            <a:ext cx="359327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E48F34E4-EEE8-DEBA-245C-EC904BDD0F9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17638" y="2904392"/>
            <a:ext cx="320008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E55E96A7-6CA5-AFBF-87D8-F7570DB32F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17638" y="3898381"/>
            <a:ext cx="2733737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62CC6050-EB1C-1F66-4BD3-ECC8DAA1A96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90439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F8D58729-F3F5-CD1A-0241-AF38160580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89838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26DD9A61-1664-A1EF-D689-7EEB9D9910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28313" y="2566381"/>
            <a:ext cx="3091939" cy="26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733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AA80C-453D-2132-5FC1-1FA630CEF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1FAA8FB-A8C9-DFB5-52CD-579D67BCE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FBF3C91E-D901-462A-EE79-062DC89160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97AD597-FF6B-B0E2-57EC-EC70F798F58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405320" y="518844"/>
            <a:ext cx="1115514" cy="342599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BB665DD-A532-210A-97B4-ED70B34E04B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3484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9C8011F7-D9E3-E120-34C4-E75F17B060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417638" y="1918536"/>
            <a:ext cx="359327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24CF2E96-8DDB-4388-C469-0BDAA067625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417638" y="2904392"/>
            <a:ext cx="320008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65CDA742-CD2D-739A-2D43-A9C164B57EF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417638" y="3898381"/>
            <a:ext cx="2733737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4FE6196F-6465-95A9-880A-DB1275F995A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90439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79C674BF-4C63-ECA2-D473-A449371BED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898381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5D2126E7-4048-45E6-03A5-39727B73B7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028313" y="2566381"/>
            <a:ext cx="3091939" cy="26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39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4E6E4CF-6EF4-02D7-ECAF-94EF09EC9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BC607D75-0098-7546-A088-02F70D4953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Hoeveel zijvlakken heeft een kubus?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FF94C6D8-F73F-F646-1870-BB7DD4D462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332051" y="4456585"/>
            <a:ext cx="1273448" cy="1655049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D4096CB-5E9C-27AE-A741-A6384283857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597C7FE2-54BE-95B5-A462-D9F193F3F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4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FB2EF31-5205-97B4-06F5-4DE924A77C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6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1EFF93FC-C3D7-46E7-E333-1479BB2C3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nl-NL" dirty="0">
                <a:latin typeface="+mn-lt"/>
              </a:rPr>
              <a:t>8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B00B7896-C485-04A4-4C77-5E1E65A65AC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12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2CE1F770-D5BC-69E5-6BBE-011B459C8E2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811DB043-5E11-A9C0-0AEB-7DB42B8D458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3B1F5B28-6F77-7D38-6C63-62EEF1A9AA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354612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8EE68-C438-1174-D862-97716FBF3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DD05788-DAD6-A2E3-D9DF-D0319690D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5FBCC6A-F997-2775-AB22-378E76E434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Welke vorm hebben de zijvlakken van een kubus? 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693804AB-4E9D-AFE8-1A78-34BD3A6746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50176" y="4536115"/>
            <a:ext cx="2076535" cy="1655049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8148D18-C899-3C3B-9D36-13BDF30BEA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3F368BB1-B8B3-728E-BCBE-84DABD26618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224979" y="5363640"/>
            <a:ext cx="1556467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driehoek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9BDB277-4484-5822-FB4E-B70D04C6B8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68775" y="5359484"/>
            <a:ext cx="2076535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rechthoek</a:t>
            </a: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D55081F9-3D00-99AA-09D0-637C2B562F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09867" y="5356797"/>
            <a:ext cx="2557154" cy="594000"/>
          </a:xfrm>
        </p:spPr>
        <p:txBody>
          <a:bodyPr/>
          <a:lstStyle/>
          <a:p>
            <a:r>
              <a:rPr lang="nl-NL" dirty="0">
                <a:latin typeface="+mn-lt"/>
              </a:rPr>
              <a:t>vierkant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D0E483EA-8D2F-54C8-7761-335DA81CEC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63538" y="469011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053E2F6E-E658-7AD9-48E2-9660CE154AF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323282" y="470949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278016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BF5CB-A7C3-3D74-D9C7-B54FE7C88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jdelijke aanduiding voor tekst 4">
            <a:extLst>
              <a:ext uri="{FF2B5EF4-FFF2-40B4-BE49-F238E27FC236}">
                <a16:creationId xmlns:a16="http://schemas.microsoft.com/office/drawing/2014/main" id="{9C3CFD66-11DC-4F68-ECA3-66FB3ABA904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2418485" y="4575091"/>
            <a:ext cx="1573503" cy="1505263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D808230-2F93-0A3A-BCAF-52377A97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DFEA7F-15C6-280D-CAA8-12993D5416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Zijn alle zijvlakken van een kubus even groot?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09D4CD9F-C1AC-F059-756F-0100A7B7DA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933840" y="4686184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231E93F-EF0C-4006-33BC-B8C87014785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452606" y="5359484"/>
            <a:ext cx="1556467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ja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B01F63A-3D4A-9FDC-988C-5517E274CED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22892" y="5359484"/>
            <a:ext cx="2076535" cy="594000"/>
          </a:xfrm>
        </p:spPr>
        <p:txBody>
          <a:bodyPr>
            <a:normAutofit/>
          </a:bodyPr>
          <a:lstStyle/>
          <a:p>
            <a:r>
              <a:rPr lang="nl-NL" dirty="0">
                <a:latin typeface="+mn-lt"/>
              </a:rPr>
              <a:t>nee</a:t>
            </a:r>
          </a:p>
        </p:txBody>
      </p:sp>
      <p:sp>
        <p:nvSpPr>
          <p:cNvPr id="11" name="Tijdelijke aanduiding voor tekst 10">
            <a:extLst>
              <a:ext uri="{FF2B5EF4-FFF2-40B4-BE49-F238E27FC236}">
                <a16:creationId xmlns:a16="http://schemas.microsoft.com/office/drawing/2014/main" id="{DCEFEA21-48C4-4408-D98B-95188B490C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64160" y="4688147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3201030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993726"/>
            <a:ext cx="10624153" cy="4662356"/>
          </a:xfrm>
        </p:spPr>
        <p:txBody>
          <a:bodyPr>
            <a:normAutofit lnSpcReduction="10000"/>
          </a:bodyPr>
          <a:lstStyle/>
          <a:p>
            <a:r>
              <a:rPr lang="nl-NL" dirty="0"/>
              <a:t>De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bouwplaat</a:t>
            </a:r>
            <a:r>
              <a:rPr lang="nl-NL" dirty="0"/>
              <a:t> van een kubus bestaat uit alle zijvlakken van de kubus plus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plakranden</a:t>
            </a:r>
            <a:r>
              <a:rPr lang="nl-NL" dirty="0"/>
              <a:t>. </a:t>
            </a:r>
          </a:p>
          <a:p>
            <a:r>
              <a:rPr lang="nl-NL" dirty="0"/>
              <a:t>Een bouwplaat zonder plakranden noem je een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uitslag</a:t>
            </a:r>
            <a:r>
              <a:rPr lang="nl-NL" dirty="0"/>
              <a:t>. </a:t>
            </a:r>
          </a:p>
          <a:p>
            <a:r>
              <a:rPr lang="nl-NL" dirty="0"/>
              <a:t>Bij de kubus is de uitslag een figuur van zes vierkanten. </a:t>
            </a:r>
          </a:p>
          <a:p>
            <a:r>
              <a:rPr lang="nl-NL" dirty="0"/>
              <a:t>Die vierkanten zitten aan elkaar vast. Dat kan op verschillende manieren. </a:t>
            </a:r>
          </a:p>
          <a:p>
            <a:r>
              <a:rPr lang="nl-NL" dirty="0"/>
              <a:t>Hiernaast zie je een kubus </a:t>
            </a:r>
            <a:br>
              <a:rPr lang="nl-NL" dirty="0"/>
            </a:br>
            <a:r>
              <a:rPr lang="nl-NL" dirty="0"/>
              <a:t>met een bouwplaat en twee </a:t>
            </a:r>
            <a:br>
              <a:rPr lang="nl-NL" dirty="0"/>
            </a:br>
            <a:r>
              <a:rPr lang="nl-NL" dirty="0"/>
              <a:t>verschillende uitslagen </a:t>
            </a:r>
            <a:br>
              <a:rPr lang="nl-NL" dirty="0"/>
            </a:br>
            <a:r>
              <a:rPr lang="nl-NL" dirty="0"/>
              <a:t>van de kubus. 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6A7B794-965D-1279-EF67-D47BAD184C5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411" y="5742328"/>
            <a:ext cx="8776649" cy="429567"/>
          </a:xfrm>
        </p:spPr>
        <p:txBody>
          <a:bodyPr/>
          <a:lstStyle/>
          <a:p>
            <a:r>
              <a:rPr lang="nl-NL" dirty="0"/>
              <a:t> </a:t>
            </a:r>
            <a:r>
              <a:rPr lang="nl-NL" b="1" dirty="0"/>
              <a:t>Leerdoel</a:t>
            </a:r>
            <a:r>
              <a:rPr lang="nl-NL" dirty="0"/>
              <a:t>  Je kunt benoemen of een figuur een uitslag van een kubus is.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6376D5AA-9FAA-0A95-6047-8293376AD0D3}"/>
              </a:ext>
            </a:extLst>
          </p:cNvPr>
          <p:cNvSpPr txBox="1">
            <a:spLocks/>
          </p:cNvSpPr>
          <p:nvPr/>
        </p:nvSpPr>
        <p:spPr>
          <a:xfrm>
            <a:off x="706252" y="181835"/>
            <a:ext cx="7257873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E Uitslag kubus</a:t>
            </a:r>
          </a:p>
        </p:txBody>
      </p:sp>
      <p:pic>
        <p:nvPicPr>
          <p:cNvPr id="5" name="Afbeelding 4" descr="Afbeelding met lijn, diagram&#10;&#10;Door AI gegenereerde inhoud is mogelijk onjuist.">
            <a:extLst>
              <a:ext uri="{FF2B5EF4-FFF2-40B4-BE49-F238E27FC236}">
                <a16:creationId xmlns:a16="http://schemas.microsoft.com/office/drawing/2014/main" id="{FD6DD9E6-3D23-0F1E-99C8-B5AC3F0B4EE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24223" y="3738930"/>
            <a:ext cx="6337148" cy="1692000"/>
          </a:xfrm>
          <a:prstGeom prst="rect">
            <a:avLst/>
          </a:prstGeom>
        </p:spPr>
      </p:pic>
      <p:sp>
        <p:nvSpPr>
          <p:cNvPr id="4" name="Rechthoek 3">
            <a:extLst>
              <a:ext uri="{FF2B5EF4-FFF2-40B4-BE49-F238E27FC236}">
                <a16:creationId xmlns:a16="http://schemas.microsoft.com/office/drawing/2014/main" id="{6452B559-E71A-60A8-742A-E30AC60AE136}"/>
              </a:ext>
            </a:extLst>
          </p:cNvPr>
          <p:cNvSpPr/>
          <p:nvPr/>
        </p:nvSpPr>
        <p:spPr>
          <a:xfrm>
            <a:off x="8302751" y="3648456"/>
            <a:ext cx="3889247" cy="1883664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93EFEDBE-9694-322E-DBCF-57DB1C4ADF7E}"/>
              </a:ext>
            </a:extLst>
          </p:cNvPr>
          <p:cNvSpPr/>
          <p:nvPr/>
        </p:nvSpPr>
        <p:spPr>
          <a:xfrm>
            <a:off x="10132570" y="3562210"/>
            <a:ext cx="2059429" cy="1883664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4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6110506" cy="739260"/>
          </a:xfrm>
        </p:spPr>
        <p:txBody>
          <a:bodyPr/>
          <a:lstStyle/>
          <a:p>
            <a:r>
              <a:rPr lang="nl-NL" dirty="0"/>
              <a:t>Testopgave Uitslag kubus (blz. 29)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1660"/>
            <a:ext cx="7793002" cy="4186752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Welke figuren zijn uitslagen van een kubus?</a:t>
            </a:r>
          </a:p>
        </p:txBody>
      </p:sp>
      <p:pic>
        <p:nvPicPr>
          <p:cNvPr id="4" name="Afbeelding 3" descr="Afbeelding met plein, Rechthoek, Kleurrijkheid, lijn&#10;&#10;Door AI gegenereerde inhoud is mogelijk onjuist.">
            <a:extLst>
              <a:ext uri="{FF2B5EF4-FFF2-40B4-BE49-F238E27FC236}">
                <a16:creationId xmlns:a16="http://schemas.microsoft.com/office/drawing/2014/main" id="{8906356E-0D53-EAF6-81A5-4DE27A328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78" y="2993745"/>
            <a:ext cx="8308850" cy="316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5603E-54BB-5386-5900-28A671492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89105AF5-90D7-08FE-8BB4-324969FA2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CEB79D4-85F3-3AE3-6D4A-6BD3344FC69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6064786" cy="739260"/>
          </a:xfrm>
        </p:spPr>
        <p:txBody>
          <a:bodyPr>
            <a:normAutofit/>
          </a:bodyPr>
          <a:lstStyle/>
          <a:p>
            <a:r>
              <a:rPr lang="nl-NL" dirty="0"/>
              <a:t>Testopgave Uitslag kubus (blz. 29)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88917394-2007-5BB0-DB70-06F1C988C3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1660"/>
            <a:ext cx="8222770" cy="4186752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Welke figuren zijn uitslagen van een kubus?</a:t>
            </a:r>
          </a:p>
        </p:txBody>
      </p:sp>
      <p:pic>
        <p:nvPicPr>
          <p:cNvPr id="4" name="Afbeelding 3" descr="Afbeelding met plein, Rechthoek, Kleurrijkheid, lijn&#10;&#10;Door AI gegenereerde inhoud is mogelijk onjuist.">
            <a:extLst>
              <a:ext uri="{FF2B5EF4-FFF2-40B4-BE49-F238E27FC236}">
                <a16:creationId xmlns:a16="http://schemas.microsoft.com/office/drawing/2014/main" id="{4C5C6516-7980-2CC7-AAF6-A19CA8572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078" y="2993745"/>
            <a:ext cx="8308850" cy="3168000"/>
          </a:xfrm>
          <a:prstGeom prst="rect">
            <a:avLst/>
          </a:prstGeom>
        </p:spPr>
      </p:pic>
      <p:sp>
        <p:nvSpPr>
          <p:cNvPr id="3" name="Vermenigvuldigingsteken 2">
            <a:extLst>
              <a:ext uri="{FF2B5EF4-FFF2-40B4-BE49-F238E27FC236}">
                <a16:creationId xmlns:a16="http://schemas.microsoft.com/office/drawing/2014/main" id="{29612712-60B1-1A15-BBDC-1F97CF342891}"/>
              </a:ext>
            </a:extLst>
          </p:cNvPr>
          <p:cNvSpPr/>
          <p:nvPr/>
        </p:nvSpPr>
        <p:spPr>
          <a:xfrm>
            <a:off x="1637718" y="5804292"/>
            <a:ext cx="352649" cy="404230"/>
          </a:xfrm>
          <a:prstGeom prst="mathMultiply">
            <a:avLst>
              <a:gd name="adj1" fmla="val 780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0000"/>
              </a:solidFill>
            </a:endParaRPr>
          </a:p>
        </p:txBody>
      </p:sp>
      <p:sp>
        <p:nvSpPr>
          <p:cNvPr id="7" name="Vermenigvuldigingsteken 6">
            <a:extLst>
              <a:ext uri="{FF2B5EF4-FFF2-40B4-BE49-F238E27FC236}">
                <a16:creationId xmlns:a16="http://schemas.microsoft.com/office/drawing/2014/main" id="{6F9F5610-73EC-600B-F089-2C1BFF5617AD}"/>
              </a:ext>
            </a:extLst>
          </p:cNvPr>
          <p:cNvSpPr/>
          <p:nvPr/>
        </p:nvSpPr>
        <p:spPr>
          <a:xfrm>
            <a:off x="5728549" y="5804292"/>
            <a:ext cx="352649" cy="404230"/>
          </a:xfrm>
          <a:prstGeom prst="mathMultiply">
            <a:avLst>
              <a:gd name="adj1" fmla="val 7805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FF0000"/>
              </a:solidFill>
            </a:endParaRP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94EC61A1-C301-2C2C-B7AE-6E46A48501BD}"/>
              </a:ext>
            </a:extLst>
          </p:cNvPr>
          <p:cNvSpPr txBox="1"/>
          <p:nvPr/>
        </p:nvSpPr>
        <p:spPr>
          <a:xfrm>
            <a:off x="1633169" y="6142640"/>
            <a:ext cx="667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F5A0C445-6CDD-95ED-F79F-E08DB787347B}"/>
              </a:ext>
            </a:extLst>
          </p:cNvPr>
          <p:cNvSpPr txBox="1"/>
          <p:nvPr/>
        </p:nvSpPr>
        <p:spPr>
          <a:xfrm>
            <a:off x="5724000" y="6142640"/>
            <a:ext cx="6671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1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9686329" y="5123888"/>
            <a:ext cx="2016928" cy="1037857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</a:t>
            </a:r>
          </a:p>
          <a:p>
            <a:r>
              <a:rPr lang="nl-NL" dirty="0"/>
              <a:t>1</a:t>
            </a:r>
          </a:p>
          <a:p>
            <a:r>
              <a:rPr lang="nl-NL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3980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8" grpId="0"/>
      <p:bldP spid="11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64C4E7A-E4B6-4A32-8CEB-6FECCB43B894}">
  <ds:schemaRefs>
    <ds:schemaRef ds:uri="http://purl.org/dc/elements/1.1/"/>
    <ds:schemaRef ds:uri="http://schemas.openxmlformats.org/package/2006/metadata/core-properties"/>
    <ds:schemaRef ds:uri="d27e653b-d318-4ef3-ba38-8d23e212adcb"/>
    <ds:schemaRef ds:uri="http://schemas.microsoft.com/office/infopath/2007/PartnerControls"/>
    <ds:schemaRef ds:uri="http://purl.org/dc/terms/"/>
    <ds:schemaRef ds:uri="271569a7-1784-4b50-bede-f81c246730b5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3C9B0D7B-B6EC-46D3-A4C1-8FFE91FF03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NIEUW_template_vFF_GR14_BasisPowerPoint</Template>
  <TotalTime>71</TotalTime>
  <Words>261</Words>
  <Application>Microsoft Office PowerPoint</Application>
  <PresentationFormat>Breedbeeld</PresentationFormat>
  <Paragraphs>72</Paragraphs>
  <Slides>10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10</vt:i4>
      </vt:variant>
    </vt:vector>
  </HeadingPairs>
  <TitlesOfParts>
    <vt:vector size="15" baseType="lpstr">
      <vt:lpstr>Calibri</vt:lpstr>
      <vt:lpstr>Tahoma</vt:lpstr>
      <vt:lpstr>Times New Roman</vt:lpstr>
      <vt:lpstr>Arial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Jannis Bartelds</dc:creator>
  <dc:description/>
  <cp:lastModifiedBy>Hendrik Jan Smit</cp:lastModifiedBy>
  <cp:revision>6</cp:revision>
  <dcterms:created xsi:type="dcterms:W3CDTF">2025-10-29T15:14:49Z</dcterms:created>
  <dcterms:modified xsi:type="dcterms:W3CDTF">2026-02-10T12:44:32Z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ediaServiceImageTags">
    <vt:lpwstr/>
  </property>
</Properties>
</file>