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60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3" r:id="rId13"/>
    <p:sldId id="284" r:id="rId14"/>
    <p:sldId id="285" r:id="rId15"/>
    <p:sldId id="286" r:id="rId16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Tahoma" panose="020B0604030504040204" pitchFamily="34" charset="0"/>
      <p:regular r:id="rId23"/>
      <p:bold r:id="rId24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9FF"/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FF109B-B331-4527-9BEA-411F61BF5472}" v="12" dt="2026-01-19T15:43:15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2"/>
  </p:normalViewPr>
  <p:slideViewPr>
    <p:cSldViewPr snapToGrid="0" snapToObjects="1">
      <p:cViewPr varScale="1">
        <p:scale>
          <a:sx n="111" d="100"/>
          <a:sy n="111" d="100"/>
        </p:scale>
        <p:origin x="594" y="78"/>
      </p:cViewPr>
      <p:guideLst>
        <p:guide orient="horz" pos="259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 Jan Smit" userId="5571e904-965a-470c-bee8-b4b564478074" providerId="ADAL" clId="{73FF109B-B331-4527-9BEA-411F61BF5472}"/>
    <pc:docChg chg="undo custSel modSld">
      <pc:chgData name="Hendrik Jan Smit" userId="5571e904-965a-470c-bee8-b4b564478074" providerId="ADAL" clId="{73FF109B-B331-4527-9BEA-411F61BF5472}" dt="2026-01-21T14:02:57.746" v="126" actId="2711"/>
      <pc:docMkLst>
        <pc:docMk/>
      </pc:docMkLst>
      <pc:sldChg chg="modSp mod">
        <pc:chgData name="Hendrik Jan Smit" userId="5571e904-965a-470c-bee8-b4b564478074" providerId="ADAL" clId="{73FF109B-B331-4527-9BEA-411F61BF5472}" dt="2026-01-21T11:21:20.918" v="100" actId="113"/>
        <pc:sldMkLst>
          <pc:docMk/>
          <pc:sldMk cId="3907407524" sldId="260"/>
        </pc:sldMkLst>
        <pc:spChg chg="mod">
          <ac:chgData name="Hendrik Jan Smit" userId="5571e904-965a-470c-bee8-b4b564478074" providerId="ADAL" clId="{73FF109B-B331-4527-9BEA-411F61BF5472}" dt="2026-01-21T11:21:20.918" v="100" actId="113"/>
          <ac:spMkLst>
            <pc:docMk/>
            <pc:sldMk cId="3907407524" sldId="260"/>
            <ac:spMk id="16" creationId="{71C605C0-2905-85C6-776C-B1999A444D84}"/>
          </ac:spMkLst>
        </pc:spChg>
      </pc:sldChg>
      <pc:sldChg chg="modSp mod">
        <pc:chgData name="Hendrik Jan Smit" userId="5571e904-965a-470c-bee8-b4b564478074" providerId="ADAL" clId="{73FF109B-B331-4527-9BEA-411F61BF5472}" dt="2026-01-21T13:01:50.328" v="124" actId="1076"/>
        <pc:sldMkLst>
          <pc:docMk/>
          <pc:sldMk cId="1295493454" sldId="274"/>
        </pc:sldMkLst>
        <pc:spChg chg="mod">
          <ac:chgData name="Hendrik Jan Smit" userId="5571e904-965a-470c-bee8-b4b564478074" providerId="ADAL" clId="{73FF109B-B331-4527-9BEA-411F61BF5472}" dt="2026-01-21T13:01:50.328" v="124" actId="1076"/>
          <ac:spMkLst>
            <pc:docMk/>
            <pc:sldMk cId="1295493454" sldId="274"/>
            <ac:spMk id="5" creationId="{33F8D4CA-EBA5-E37E-8793-0A578EB0F4DD}"/>
          </ac:spMkLst>
        </pc:spChg>
        <pc:spChg chg="mod">
          <ac:chgData name="Hendrik Jan Smit" userId="5571e904-965a-470c-bee8-b4b564478074" providerId="ADAL" clId="{73FF109B-B331-4527-9BEA-411F61BF5472}" dt="2026-01-21T11:21:30.134" v="101" actId="2711"/>
          <ac:spMkLst>
            <pc:docMk/>
            <pc:sldMk cId="1295493454" sldId="274"/>
            <ac:spMk id="7" creationId="{1EECDC37-FE89-1D2C-D8FA-CB47D4912940}"/>
          </ac:spMkLst>
        </pc:spChg>
        <pc:spChg chg="mod">
          <ac:chgData name="Hendrik Jan Smit" userId="5571e904-965a-470c-bee8-b4b564478074" providerId="ADAL" clId="{73FF109B-B331-4527-9BEA-411F61BF5472}" dt="2026-01-21T11:21:30.134" v="101" actId="2711"/>
          <ac:spMkLst>
            <pc:docMk/>
            <pc:sldMk cId="1295493454" sldId="274"/>
            <ac:spMk id="8" creationId="{CEE214AF-A173-CB52-78EC-A6D1AB230929}"/>
          </ac:spMkLst>
        </pc:spChg>
        <pc:spChg chg="mod">
          <ac:chgData name="Hendrik Jan Smit" userId="5571e904-965a-470c-bee8-b4b564478074" providerId="ADAL" clId="{73FF109B-B331-4527-9BEA-411F61BF5472}" dt="2026-01-21T11:21:30.134" v="101" actId="2711"/>
          <ac:spMkLst>
            <pc:docMk/>
            <pc:sldMk cId="1295493454" sldId="274"/>
            <ac:spMk id="15" creationId="{5CFD7077-4C91-8EE4-B967-CE3A9854B834}"/>
          </ac:spMkLst>
        </pc:spChg>
      </pc:sldChg>
      <pc:sldChg chg="modSp mod">
        <pc:chgData name="Hendrik Jan Smit" userId="5571e904-965a-470c-bee8-b4b564478074" providerId="ADAL" clId="{73FF109B-B331-4527-9BEA-411F61BF5472}" dt="2026-01-21T11:21:39.060" v="102" actId="2711"/>
        <pc:sldMkLst>
          <pc:docMk/>
          <pc:sldMk cId="774302882" sldId="275"/>
        </pc:sldMkLst>
        <pc:spChg chg="mod">
          <ac:chgData name="Hendrik Jan Smit" userId="5571e904-965a-470c-bee8-b4b564478074" providerId="ADAL" clId="{73FF109B-B331-4527-9BEA-411F61BF5472}" dt="2026-01-19T12:50:42.604" v="7" actId="14100"/>
          <ac:spMkLst>
            <pc:docMk/>
            <pc:sldMk cId="774302882" sldId="275"/>
            <ac:spMk id="5" creationId="{33F8D4CA-EBA5-E37E-8793-0A578EB0F4DD}"/>
          </ac:spMkLst>
        </pc:spChg>
        <pc:spChg chg="mod">
          <ac:chgData name="Hendrik Jan Smit" userId="5571e904-965a-470c-bee8-b4b564478074" providerId="ADAL" clId="{73FF109B-B331-4527-9BEA-411F61BF5472}" dt="2026-01-21T11:21:39.060" v="102" actId="2711"/>
          <ac:spMkLst>
            <pc:docMk/>
            <pc:sldMk cId="774302882" sldId="275"/>
            <ac:spMk id="7" creationId="{1EECDC37-FE89-1D2C-D8FA-CB47D4912940}"/>
          </ac:spMkLst>
        </pc:spChg>
        <pc:spChg chg="mod">
          <ac:chgData name="Hendrik Jan Smit" userId="5571e904-965a-470c-bee8-b4b564478074" providerId="ADAL" clId="{73FF109B-B331-4527-9BEA-411F61BF5472}" dt="2026-01-21T11:21:39.060" v="102" actId="2711"/>
          <ac:spMkLst>
            <pc:docMk/>
            <pc:sldMk cId="774302882" sldId="275"/>
            <ac:spMk id="8" creationId="{CEE214AF-A173-CB52-78EC-A6D1AB230929}"/>
          </ac:spMkLst>
        </pc:spChg>
        <pc:spChg chg="mod">
          <ac:chgData name="Hendrik Jan Smit" userId="5571e904-965a-470c-bee8-b4b564478074" providerId="ADAL" clId="{73FF109B-B331-4527-9BEA-411F61BF5472}" dt="2026-01-21T11:21:39.060" v="102" actId="2711"/>
          <ac:spMkLst>
            <pc:docMk/>
            <pc:sldMk cId="774302882" sldId="275"/>
            <ac:spMk id="15" creationId="{5CFD7077-4C91-8EE4-B967-CE3A9854B834}"/>
          </ac:spMkLst>
        </pc:spChg>
      </pc:sldChg>
      <pc:sldChg chg="modSp mod">
        <pc:chgData name="Hendrik Jan Smit" userId="5571e904-965a-470c-bee8-b4b564478074" providerId="ADAL" clId="{73FF109B-B331-4527-9BEA-411F61BF5472}" dt="2026-01-21T11:21:47.812" v="103" actId="2711"/>
        <pc:sldMkLst>
          <pc:docMk/>
          <pc:sldMk cId="141856017" sldId="276"/>
        </pc:sldMkLst>
        <pc:spChg chg="mod">
          <ac:chgData name="Hendrik Jan Smit" userId="5571e904-965a-470c-bee8-b4b564478074" providerId="ADAL" clId="{73FF109B-B331-4527-9BEA-411F61BF5472}" dt="2026-01-19T12:50:57.698" v="11" actId="1076"/>
          <ac:spMkLst>
            <pc:docMk/>
            <pc:sldMk cId="141856017" sldId="276"/>
            <ac:spMk id="5" creationId="{33F8D4CA-EBA5-E37E-8793-0A578EB0F4DD}"/>
          </ac:spMkLst>
        </pc:spChg>
        <pc:spChg chg="mod">
          <ac:chgData name="Hendrik Jan Smit" userId="5571e904-965a-470c-bee8-b4b564478074" providerId="ADAL" clId="{73FF109B-B331-4527-9BEA-411F61BF5472}" dt="2026-01-21T11:21:47.812" v="103" actId="2711"/>
          <ac:spMkLst>
            <pc:docMk/>
            <pc:sldMk cId="141856017" sldId="276"/>
            <ac:spMk id="7" creationId="{1EECDC37-FE89-1D2C-D8FA-CB47D4912940}"/>
          </ac:spMkLst>
        </pc:spChg>
        <pc:spChg chg="mod">
          <ac:chgData name="Hendrik Jan Smit" userId="5571e904-965a-470c-bee8-b4b564478074" providerId="ADAL" clId="{73FF109B-B331-4527-9BEA-411F61BF5472}" dt="2026-01-21T11:21:47.812" v="103" actId="2711"/>
          <ac:spMkLst>
            <pc:docMk/>
            <pc:sldMk cId="141856017" sldId="276"/>
            <ac:spMk id="8" creationId="{CEE214AF-A173-CB52-78EC-A6D1AB230929}"/>
          </ac:spMkLst>
        </pc:spChg>
        <pc:spChg chg="mod">
          <ac:chgData name="Hendrik Jan Smit" userId="5571e904-965a-470c-bee8-b4b564478074" providerId="ADAL" clId="{73FF109B-B331-4527-9BEA-411F61BF5472}" dt="2026-01-21T11:21:47.812" v="103" actId="2711"/>
          <ac:spMkLst>
            <pc:docMk/>
            <pc:sldMk cId="141856017" sldId="276"/>
            <ac:spMk id="15" creationId="{5CFD7077-4C91-8EE4-B967-CE3A9854B834}"/>
          </ac:spMkLst>
        </pc:spChg>
      </pc:sldChg>
      <pc:sldChg chg="modSp mod">
        <pc:chgData name="Hendrik Jan Smit" userId="5571e904-965a-470c-bee8-b4b564478074" providerId="ADAL" clId="{73FF109B-B331-4527-9BEA-411F61BF5472}" dt="2026-01-21T14:02:49.456" v="125" actId="2711"/>
        <pc:sldMkLst>
          <pc:docMk/>
          <pc:sldMk cId="1589007292" sldId="277"/>
        </pc:sldMkLst>
        <pc:spChg chg="mod">
          <ac:chgData name="Hendrik Jan Smit" userId="5571e904-965a-470c-bee8-b4b564478074" providerId="ADAL" clId="{73FF109B-B331-4527-9BEA-411F61BF5472}" dt="2026-01-19T12:51:12.811" v="15" actId="1076"/>
          <ac:spMkLst>
            <pc:docMk/>
            <pc:sldMk cId="1589007292" sldId="277"/>
            <ac:spMk id="5" creationId="{33F8D4CA-EBA5-E37E-8793-0A578EB0F4DD}"/>
          </ac:spMkLst>
        </pc:spChg>
        <pc:spChg chg="mod">
          <ac:chgData name="Hendrik Jan Smit" userId="5571e904-965a-470c-bee8-b4b564478074" providerId="ADAL" clId="{73FF109B-B331-4527-9BEA-411F61BF5472}" dt="2026-01-21T14:02:49.456" v="125" actId="2711"/>
          <ac:spMkLst>
            <pc:docMk/>
            <pc:sldMk cId="1589007292" sldId="277"/>
            <ac:spMk id="7" creationId="{1EECDC37-FE89-1D2C-D8FA-CB47D4912940}"/>
          </ac:spMkLst>
        </pc:spChg>
        <pc:spChg chg="mod">
          <ac:chgData name="Hendrik Jan Smit" userId="5571e904-965a-470c-bee8-b4b564478074" providerId="ADAL" clId="{73FF109B-B331-4527-9BEA-411F61BF5472}" dt="2026-01-21T14:02:49.456" v="125" actId="2711"/>
          <ac:spMkLst>
            <pc:docMk/>
            <pc:sldMk cId="1589007292" sldId="277"/>
            <ac:spMk id="8" creationId="{CEE214AF-A173-CB52-78EC-A6D1AB230929}"/>
          </ac:spMkLst>
        </pc:spChg>
        <pc:spChg chg="mod">
          <ac:chgData name="Hendrik Jan Smit" userId="5571e904-965a-470c-bee8-b4b564478074" providerId="ADAL" clId="{73FF109B-B331-4527-9BEA-411F61BF5472}" dt="2026-01-21T14:02:49.456" v="125" actId="2711"/>
          <ac:spMkLst>
            <pc:docMk/>
            <pc:sldMk cId="1589007292" sldId="277"/>
            <ac:spMk id="15" creationId="{5CFD7077-4C91-8EE4-B967-CE3A9854B834}"/>
          </ac:spMkLst>
        </pc:spChg>
      </pc:sldChg>
      <pc:sldChg chg="modSp mod">
        <pc:chgData name="Hendrik Jan Smit" userId="5571e904-965a-470c-bee8-b4b564478074" providerId="ADAL" clId="{73FF109B-B331-4527-9BEA-411F61BF5472}" dt="2026-01-21T14:02:57.746" v="126" actId="2711"/>
        <pc:sldMkLst>
          <pc:docMk/>
          <pc:sldMk cId="1647520118" sldId="278"/>
        </pc:sldMkLst>
        <pc:spChg chg="mod">
          <ac:chgData name="Hendrik Jan Smit" userId="5571e904-965a-470c-bee8-b4b564478074" providerId="ADAL" clId="{73FF109B-B331-4527-9BEA-411F61BF5472}" dt="2026-01-19T12:51:23.819" v="17" actId="1076"/>
          <ac:spMkLst>
            <pc:docMk/>
            <pc:sldMk cId="1647520118" sldId="278"/>
            <ac:spMk id="5" creationId="{33F8D4CA-EBA5-E37E-8793-0A578EB0F4DD}"/>
          </ac:spMkLst>
        </pc:spChg>
        <pc:spChg chg="mod">
          <ac:chgData name="Hendrik Jan Smit" userId="5571e904-965a-470c-bee8-b4b564478074" providerId="ADAL" clId="{73FF109B-B331-4527-9BEA-411F61BF5472}" dt="2026-01-21T14:02:57.746" v="126" actId="2711"/>
          <ac:spMkLst>
            <pc:docMk/>
            <pc:sldMk cId="1647520118" sldId="278"/>
            <ac:spMk id="7" creationId="{1EECDC37-FE89-1D2C-D8FA-CB47D4912940}"/>
          </ac:spMkLst>
        </pc:spChg>
        <pc:spChg chg="mod">
          <ac:chgData name="Hendrik Jan Smit" userId="5571e904-965a-470c-bee8-b4b564478074" providerId="ADAL" clId="{73FF109B-B331-4527-9BEA-411F61BF5472}" dt="2026-01-21T14:02:57.746" v="126" actId="2711"/>
          <ac:spMkLst>
            <pc:docMk/>
            <pc:sldMk cId="1647520118" sldId="278"/>
            <ac:spMk id="8" creationId="{CEE214AF-A173-CB52-78EC-A6D1AB230929}"/>
          </ac:spMkLst>
        </pc:spChg>
        <pc:spChg chg="mod">
          <ac:chgData name="Hendrik Jan Smit" userId="5571e904-965a-470c-bee8-b4b564478074" providerId="ADAL" clId="{73FF109B-B331-4527-9BEA-411F61BF5472}" dt="2026-01-21T14:02:57.746" v="126" actId="2711"/>
          <ac:spMkLst>
            <pc:docMk/>
            <pc:sldMk cId="1647520118" sldId="278"/>
            <ac:spMk id="15" creationId="{5CFD7077-4C91-8EE4-B967-CE3A9854B834}"/>
          </ac:spMkLst>
        </pc:spChg>
      </pc:sldChg>
      <pc:sldChg chg="modSp mod">
        <pc:chgData name="Hendrik Jan Smit" userId="5571e904-965a-470c-bee8-b4b564478074" providerId="ADAL" clId="{73FF109B-B331-4527-9BEA-411F61BF5472}" dt="2026-01-21T11:21:58.690" v="104" actId="113"/>
        <pc:sldMkLst>
          <pc:docMk/>
          <pc:sldMk cId="3371304548" sldId="279"/>
        </pc:sldMkLst>
        <pc:spChg chg="mod">
          <ac:chgData name="Hendrik Jan Smit" userId="5571e904-965a-470c-bee8-b4b564478074" providerId="ADAL" clId="{73FF109B-B331-4527-9BEA-411F61BF5472}" dt="2026-01-21T11:21:58.690" v="104" actId="113"/>
          <ac:spMkLst>
            <pc:docMk/>
            <pc:sldMk cId="3371304548" sldId="279"/>
            <ac:spMk id="3" creationId="{DECE5247-3C63-EEBC-02C5-5F986F2F50E6}"/>
          </ac:spMkLst>
        </pc:spChg>
      </pc:sldChg>
      <pc:sldChg chg="modSp mod">
        <pc:chgData name="Hendrik Jan Smit" userId="5571e904-965a-470c-bee8-b4b564478074" providerId="ADAL" clId="{73FF109B-B331-4527-9BEA-411F61BF5472}" dt="2026-01-21T11:22:02.245" v="105" actId="113"/>
        <pc:sldMkLst>
          <pc:docMk/>
          <pc:sldMk cId="3163005301" sldId="280"/>
        </pc:sldMkLst>
        <pc:spChg chg="mod">
          <ac:chgData name="Hendrik Jan Smit" userId="5571e904-965a-470c-bee8-b4b564478074" providerId="ADAL" clId="{73FF109B-B331-4527-9BEA-411F61BF5472}" dt="2026-01-21T11:22:02.245" v="105" actId="113"/>
          <ac:spMkLst>
            <pc:docMk/>
            <pc:sldMk cId="3163005301" sldId="280"/>
            <ac:spMk id="3" creationId="{78BBC03B-3E57-5894-B922-513EBFEEFCBF}"/>
          </ac:spMkLst>
        </pc:spChg>
      </pc:sldChg>
      <pc:sldChg chg="modSp mod">
        <pc:chgData name="Hendrik Jan Smit" userId="5571e904-965a-470c-bee8-b4b564478074" providerId="ADAL" clId="{73FF109B-B331-4527-9BEA-411F61BF5472}" dt="2026-01-21T11:22:10.893" v="106" actId="113"/>
        <pc:sldMkLst>
          <pc:docMk/>
          <pc:sldMk cId="3437548190" sldId="283"/>
        </pc:sldMkLst>
        <pc:spChg chg="mod">
          <ac:chgData name="Hendrik Jan Smit" userId="5571e904-965a-470c-bee8-b4b564478074" providerId="ADAL" clId="{73FF109B-B331-4527-9BEA-411F61BF5472}" dt="2026-01-21T11:22:10.893" v="106" actId="113"/>
          <ac:spMkLst>
            <pc:docMk/>
            <pc:sldMk cId="3437548190" sldId="283"/>
            <ac:spMk id="14" creationId="{43BB7036-19B6-87BE-CBA0-007231C10CB3}"/>
          </ac:spMkLst>
        </pc:spChg>
      </pc:sldChg>
      <pc:sldChg chg="modSp mod">
        <pc:chgData name="Hendrik Jan Smit" userId="5571e904-965a-470c-bee8-b4b564478074" providerId="ADAL" clId="{73FF109B-B331-4527-9BEA-411F61BF5472}" dt="2026-01-21T11:22:14.834" v="107" actId="113"/>
        <pc:sldMkLst>
          <pc:docMk/>
          <pc:sldMk cId="2949782648" sldId="284"/>
        </pc:sldMkLst>
        <pc:spChg chg="mod">
          <ac:chgData name="Hendrik Jan Smit" userId="5571e904-965a-470c-bee8-b4b564478074" providerId="ADAL" clId="{73FF109B-B331-4527-9BEA-411F61BF5472}" dt="2026-01-21T11:22:14.834" v="107" actId="113"/>
          <ac:spMkLst>
            <pc:docMk/>
            <pc:sldMk cId="2949782648" sldId="284"/>
            <ac:spMk id="10" creationId="{F322E6F5-18FD-BCD0-812C-DB7FA5FA4BBF}"/>
          </ac:spMkLst>
        </pc:spChg>
      </pc:sldChg>
      <pc:sldChg chg="modSp mod modAnim">
        <pc:chgData name="Hendrik Jan Smit" userId="5571e904-965a-470c-bee8-b4b564478074" providerId="ADAL" clId="{73FF109B-B331-4527-9BEA-411F61BF5472}" dt="2026-01-21T11:22:55.503" v="119" actId="14100"/>
        <pc:sldMkLst>
          <pc:docMk/>
          <pc:sldMk cId="1386777559" sldId="285"/>
        </pc:sldMkLst>
        <pc:spChg chg="mod">
          <ac:chgData name="Hendrik Jan Smit" userId="5571e904-965a-470c-bee8-b4b564478074" providerId="ADAL" clId="{73FF109B-B331-4527-9BEA-411F61BF5472}" dt="2026-01-21T11:22:55.503" v="119" actId="14100"/>
          <ac:spMkLst>
            <pc:docMk/>
            <pc:sldMk cId="1386777559" sldId="285"/>
            <ac:spMk id="5" creationId="{5F6671C4-E2C8-14D2-A774-1F92C33EF022}"/>
          </ac:spMkLst>
        </pc:spChg>
      </pc:sldChg>
      <pc:sldChg chg="addSp delSp modSp mod delAnim modAnim">
        <pc:chgData name="Hendrik Jan Smit" userId="5571e904-965a-470c-bee8-b4b564478074" providerId="ADAL" clId="{73FF109B-B331-4527-9BEA-411F61BF5472}" dt="2026-01-21T11:23:09.283" v="123" actId="6549"/>
        <pc:sldMkLst>
          <pc:docMk/>
          <pc:sldMk cId="1294195664" sldId="286"/>
        </pc:sldMkLst>
        <pc:spChg chg="mod">
          <ac:chgData name="Hendrik Jan Smit" userId="5571e904-965a-470c-bee8-b4b564478074" providerId="ADAL" clId="{73FF109B-B331-4527-9BEA-411F61BF5472}" dt="2026-01-19T15:43:11.457" v="97" actId="1076"/>
          <ac:spMkLst>
            <pc:docMk/>
            <pc:sldMk cId="1294195664" sldId="286"/>
            <ac:spMk id="3" creationId="{BCAA11ED-2B4B-CB24-55A5-06128308C772}"/>
          </ac:spMkLst>
        </pc:spChg>
        <pc:spChg chg="mod">
          <ac:chgData name="Hendrik Jan Smit" userId="5571e904-965a-470c-bee8-b4b564478074" providerId="ADAL" clId="{73FF109B-B331-4527-9BEA-411F61BF5472}" dt="2026-01-21T11:23:09.283" v="123" actId="6549"/>
          <ac:spMkLst>
            <pc:docMk/>
            <pc:sldMk cId="1294195664" sldId="286"/>
            <ac:spMk id="5" creationId="{5F6671C4-E2C8-14D2-A774-1F92C33EF022}"/>
          </ac:spMkLst>
        </pc:spChg>
        <pc:spChg chg="mod">
          <ac:chgData name="Hendrik Jan Smit" userId="5571e904-965a-470c-bee8-b4b564478074" providerId="ADAL" clId="{73FF109B-B331-4527-9BEA-411F61BF5472}" dt="2026-01-19T15:43:04.102" v="95" actId="14100"/>
          <ac:spMkLst>
            <pc:docMk/>
            <pc:sldMk cId="1294195664" sldId="286"/>
            <ac:spMk id="6" creationId="{CE39BB88-5B3C-76A5-B92B-6FB664CEDB08}"/>
          </ac:spMkLst>
        </pc:spChg>
        <pc:spChg chg="add mod">
          <ac:chgData name="Hendrik Jan Smit" userId="5571e904-965a-470c-bee8-b4b564478074" providerId="ADAL" clId="{73FF109B-B331-4527-9BEA-411F61BF5472}" dt="2026-01-19T12:57:18.152" v="82" actId="1037"/>
          <ac:spMkLst>
            <pc:docMk/>
            <pc:sldMk cId="1294195664" sldId="286"/>
            <ac:spMk id="8" creationId="{76EBA4A7-14D5-8FB0-3895-1082FDE05FAA}"/>
          </ac:spMkLst>
        </pc:spChg>
        <pc:spChg chg="del">
          <ac:chgData name="Hendrik Jan Smit" userId="5571e904-965a-470c-bee8-b4b564478074" providerId="ADAL" clId="{73FF109B-B331-4527-9BEA-411F61BF5472}" dt="2026-01-19T15:43:06.532" v="96" actId="478"/>
          <ac:spMkLst>
            <pc:docMk/>
            <pc:sldMk cId="1294195664" sldId="286"/>
            <ac:spMk id="11" creationId="{6E702502-45A0-44B7-C1C9-F7BCB1FED118}"/>
          </ac:spMkLst>
        </pc:spChg>
        <pc:picChg chg="mod">
          <ac:chgData name="Hendrik Jan Smit" userId="5571e904-965a-470c-bee8-b4b564478074" providerId="ADAL" clId="{73FF109B-B331-4527-9BEA-411F61BF5472}" dt="2026-01-19T12:53:13.068" v="23" actId="14826"/>
          <ac:picMkLst>
            <pc:docMk/>
            <pc:sldMk cId="1294195664" sldId="286"/>
            <ac:picMk id="4" creationId="{DC0B7F9A-065A-7122-B05F-B637CD08E89A}"/>
          </ac:picMkLst>
        </pc:picChg>
        <pc:picChg chg="add del mod">
          <ac:chgData name="Hendrik Jan Smit" userId="5571e904-965a-470c-bee8-b4b564478074" providerId="ADAL" clId="{73FF109B-B331-4527-9BEA-411F61BF5472}" dt="2026-01-19T12:53:03.791" v="22" actId="478"/>
          <ac:picMkLst>
            <pc:docMk/>
            <pc:sldMk cId="1294195664" sldId="286"/>
            <ac:picMk id="7" creationId="{C0E73977-F52D-8142-99DA-B9A7AE40376B}"/>
          </ac:picMkLst>
        </pc:picChg>
        <pc:cxnChg chg="mod">
          <ac:chgData name="Hendrik Jan Smit" userId="5571e904-965a-470c-bee8-b4b564478074" providerId="ADAL" clId="{73FF109B-B331-4527-9BEA-411F61BF5472}" dt="2026-01-19T12:56:12.942" v="52" actId="688"/>
          <ac:cxnSpMkLst>
            <pc:docMk/>
            <pc:sldMk cId="1294195664" sldId="286"/>
            <ac:cxnSpMk id="13" creationId="{430C1D75-7410-1F26-4B1E-2989EF5F013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21-1-2026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1.4 Cilinder, kegel en cirkel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K Cirkel tekenen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6685318" cy="777934"/>
          </a:xfrm>
        </p:spPr>
        <p:txBody>
          <a:bodyPr/>
          <a:lstStyle/>
          <a:p>
            <a:r>
              <a:rPr lang="nl-NL" dirty="0"/>
              <a:t>Wat is in de cirkel blauw gekleurd?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88410" y="662064"/>
            <a:ext cx="1035170" cy="311002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575" y="1924641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57561" y="1912025"/>
            <a:ext cx="216885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middelpunt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57562" y="2814229"/>
            <a:ext cx="1705890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straal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57561" y="3690126"/>
            <a:ext cx="2085453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diameter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575" y="2809125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575" y="3690183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 descr="Afbeelding met cirkel, lijn, diagram, ontwerp&#10;&#10;Automatisch gegenereerde beschrijving">
            <a:extLst>
              <a:ext uri="{FF2B5EF4-FFF2-40B4-BE49-F238E27FC236}">
                <a16:creationId xmlns:a16="http://schemas.microsoft.com/office/drawing/2014/main" id="{FE858536-98E0-8529-0530-AAD3C2FF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437" y="1574998"/>
            <a:ext cx="4230255" cy="42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93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6685318" cy="777934"/>
          </a:xfrm>
        </p:spPr>
        <p:txBody>
          <a:bodyPr/>
          <a:lstStyle/>
          <a:p>
            <a:r>
              <a:rPr lang="nl-NL" dirty="0"/>
              <a:t>Wat is in de cirkel groen gekleurd?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57417" y="2068502"/>
            <a:ext cx="886216" cy="2085454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575" y="1924641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57561" y="1912025"/>
            <a:ext cx="216885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middelpunt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57562" y="2814229"/>
            <a:ext cx="1705890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straal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57561" y="3690126"/>
            <a:ext cx="2085453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diameter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575" y="2809125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575" y="3690183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858536-98E0-8529-0530-AAD3C2FF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00437" y="1574998"/>
            <a:ext cx="4230255" cy="42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30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6685318" cy="777934"/>
          </a:xfrm>
        </p:spPr>
        <p:txBody>
          <a:bodyPr/>
          <a:lstStyle/>
          <a:p>
            <a:r>
              <a:rPr lang="nl-NL" dirty="0"/>
              <a:t>Wat is in de cirkel rood gekleurd?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124311" y="2629051"/>
            <a:ext cx="1079096" cy="273533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575" y="1924641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57561" y="1912025"/>
            <a:ext cx="216885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middelpunt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57562" y="2814229"/>
            <a:ext cx="1705890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straal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57561" y="3690126"/>
            <a:ext cx="2085453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diameter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575" y="2809125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575" y="3690183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858536-98E0-8529-0530-AAD3C2FF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00437" y="1574998"/>
            <a:ext cx="4230255" cy="42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56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6685318" cy="777934"/>
          </a:xfrm>
        </p:spPr>
        <p:txBody>
          <a:bodyPr/>
          <a:lstStyle/>
          <a:p>
            <a:r>
              <a:rPr lang="nl-NL" dirty="0"/>
              <a:t>Hoeveel centimeter is de diameter?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82476" y="2902697"/>
            <a:ext cx="870323" cy="216885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575" y="1924641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57561" y="1912025"/>
            <a:ext cx="216885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1,5 cm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57562" y="2814229"/>
            <a:ext cx="1705890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3 cm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57561" y="3690126"/>
            <a:ext cx="2085453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6 cm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575" y="2809125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575" y="3690183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858536-98E0-8529-0530-AAD3C2FF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00437" y="1574998"/>
            <a:ext cx="4230255" cy="42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0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1"/>
            <a:ext cx="6685318" cy="777934"/>
          </a:xfrm>
        </p:spPr>
        <p:txBody>
          <a:bodyPr/>
          <a:lstStyle/>
          <a:p>
            <a:r>
              <a:rPr lang="nl-NL" dirty="0"/>
              <a:t>Hoeveel centimeter is de straal?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03181" y="1124596"/>
            <a:ext cx="777934" cy="216885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7575" y="1924641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57561" y="1912025"/>
            <a:ext cx="2168858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5 cm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257562" y="2814229"/>
            <a:ext cx="1705890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10 cm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57561" y="3690126"/>
            <a:ext cx="2085453" cy="594000"/>
          </a:xfrm>
        </p:spPr>
        <p:txBody>
          <a:bodyPr>
            <a:normAutofit/>
          </a:bodyPr>
          <a:lstStyle/>
          <a:p>
            <a:pPr algn="l"/>
            <a:r>
              <a:rPr lang="nl-NL" dirty="0">
                <a:latin typeface="+mn-lt"/>
              </a:rPr>
              <a:t>20 cm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27575" y="2809125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7575" y="3690183"/>
            <a:ext cx="594000" cy="594000"/>
          </a:xfrm>
        </p:spPr>
        <p:txBody>
          <a:bodyPr>
            <a:normAutofit lnSpcReduction="10000"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E858536-98E0-8529-0530-AAD3C2FF28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00437" y="1574998"/>
            <a:ext cx="4230255" cy="423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20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8776649" cy="4740184"/>
          </a:xfrm>
        </p:spPr>
        <p:txBody>
          <a:bodyPr>
            <a:normAutofit/>
          </a:bodyPr>
          <a:lstStyle/>
          <a:p>
            <a:r>
              <a:rPr lang="nl-NL" dirty="0"/>
              <a:t>Voor het tekenen van een cirkel gebruik je een </a:t>
            </a:r>
            <a:r>
              <a:rPr lang="nl-NL" b="1" dirty="0">
                <a:solidFill>
                  <a:srgbClr val="2299FF"/>
                </a:solidFill>
              </a:rPr>
              <a:t>passer</a:t>
            </a:r>
            <a:r>
              <a:rPr lang="nl-NL" dirty="0"/>
              <a:t>.</a:t>
            </a:r>
          </a:p>
          <a:p>
            <a:r>
              <a:rPr lang="nl-NL" dirty="0"/>
              <a:t>De plaats waar de metalen punt van je passer staat, wordt het middelpunt van de cirkel.</a:t>
            </a:r>
          </a:p>
          <a:p>
            <a:r>
              <a:rPr lang="nl-NL" dirty="0"/>
              <a:t>De afstand tussen de metalen punt en de potloodpunt is de straal. 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DECE5247-3C63-EEBC-02C5-5F986F2F50E6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K Cirkel tekenen</a:t>
            </a:r>
          </a:p>
        </p:txBody>
      </p:sp>
      <p:pic>
        <p:nvPicPr>
          <p:cNvPr id="5" name="Afbeelding 4" descr="Afbeelding met tekst, schets, sleutel, gereedschap&#10;&#10;Automatisch gegenereerde beschrijving">
            <a:extLst>
              <a:ext uri="{FF2B5EF4-FFF2-40B4-BE49-F238E27FC236}">
                <a16:creationId xmlns:a16="http://schemas.microsoft.com/office/drawing/2014/main" id="{9E7C4327-B783-D074-EDF2-9FD90AC0043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80807" y="4043900"/>
            <a:ext cx="6692355" cy="230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304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b="1" dirty="0"/>
              <a:t>Leerdoel</a:t>
            </a:r>
            <a:r>
              <a:rPr lang="nl-NL" dirty="0"/>
              <a:t>  Je kunt een cirkel tekenen met een passer.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7D20849A-98C4-8B00-D997-061F6E7FB1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7410" y="1376218"/>
            <a:ext cx="6948081" cy="3906982"/>
          </a:xfrm>
        </p:spPr>
        <p:txBody>
          <a:bodyPr>
            <a:normAutofit/>
          </a:bodyPr>
          <a:lstStyle/>
          <a:p>
            <a:r>
              <a:rPr lang="nl-NL" b="1" dirty="0"/>
              <a:t>Tekenen met de passer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Zorg ervoor dat de metalen punt en de potloodpunt even hoog zijn.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Houd het handvat tussen je duim en wijsvinger vast.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Draai de passer soepel rond.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78BBC03B-3E57-5894-B922-513EBFEEFCBF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K Cirkel tekenen</a:t>
            </a:r>
          </a:p>
        </p:txBody>
      </p:sp>
      <p:pic>
        <p:nvPicPr>
          <p:cNvPr id="5" name="Afbeelding 4" descr="Afbeelding met statief, persoon&#10;&#10;Automatisch gegenereerde beschrijving">
            <a:extLst>
              <a:ext uri="{FF2B5EF4-FFF2-40B4-BE49-F238E27FC236}">
                <a16:creationId xmlns:a16="http://schemas.microsoft.com/office/drawing/2014/main" id="{F0AB332E-799E-E39A-C982-35D7171A8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5490" y="1376218"/>
            <a:ext cx="2930237" cy="390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00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1A394A4-A413-1AF6-2F2E-4AEAE129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77AB5-79FC-D60A-51EE-B86C80A24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i="1" dirty="0"/>
              <a:t>Opgave</a:t>
            </a:r>
          </a:p>
        </p:txBody>
      </p:sp>
      <p:pic>
        <p:nvPicPr>
          <p:cNvPr id="7" name="Afbeelding 6" descr="Afbeelding met cirkel, lijn, diagram&#10;&#10;Automatisch gegenereerde beschrijving">
            <a:extLst>
              <a:ext uri="{FF2B5EF4-FFF2-40B4-BE49-F238E27FC236}">
                <a16:creationId xmlns:a16="http://schemas.microsoft.com/office/drawing/2014/main" id="{1EBC090B-87A5-13F0-0721-BE6325E20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892" y="3429000"/>
            <a:ext cx="2975944" cy="2975944"/>
          </a:xfrm>
          <a:prstGeom prst="rect">
            <a:avLst/>
          </a:prstGeom>
        </p:spPr>
      </p:pic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C366983A-7E40-4AFE-AEBC-C4E3FF00A050}"/>
              </a:ext>
            </a:extLst>
          </p:cNvPr>
          <p:cNvSpPr txBox="1">
            <a:spLocks/>
          </p:cNvSpPr>
          <p:nvPr/>
        </p:nvSpPr>
        <p:spPr>
          <a:xfrm>
            <a:off x="935334" y="2562679"/>
            <a:ext cx="8776649" cy="1040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32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i="1" dirty="0"/>
              <a:t>Aanpak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0639A1BD-B317-281B-753E-15A2A5FB64F9}"/>
              </a:ext>
            </a:extLst>
          </p:cNvPr>
          <p:cNvSpPr txBox="1">
            <a:spLocks/>
          </p:cNvSpPr>
          <p:nvPr/>
        </p:nvSpPr>
        <p:spPr>
          <a:xfrm>
            <a:off x="8935892" y="2820453"/>
            <a:ext cx="3182128" cy="1040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32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i="1" dirty="0"/>
              <a:t>Uitwerking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712FE31-7071-4972-FCA2-400F1C8BF102}"/>
              </a:ext>
            </a:extLst>
          </p:cNvPr>
          <p:cNvSpPr txBox="1"/>
          <p:nvPr/>
        </p:nvSpPr>
        <p:spPr>
          <a:xfrm>
            <a:off x="847408" y="1636066"/>
            <a:ext cx="10837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nl-NL" sz="2800" dirty="0"/>
              <a:t>Teken een cirkel met middelpunt </a:t>
            </a:r>
            <a:r>
              <a:rPr lang="nl-NL" sz="2800" i="1" dirty="0"/>
              <a:t>M</a:t>
            </a:r>
            <a:r>
              <a:rPr lang="nl-NL" sz="2800" dirty="0"/>
              <a:t> en een diameter van 4 cm.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C0FD8B00-9D96-A9FE-5C9F-AFBF0C004B05}"/>
              </a:ext>
            </a:extLst>
          </p:cNvPr>
          <p:cNvSpPr txBox="1"/>
          <p:nvPr/>
        </p:nvSpPr>
        <p:spPr>
          <a:xfrm>
            <a:off x="847408" y="3083074"/>
            <a:ext cx="77954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eriod"/>
            </a:pPr>
            <a:r>
              <a:rPr lang="nl-NL" sz="2800" dirty="0"/>
              <a:t>Voor het tekenen van een cirkel heb je de straal nodig. De straal is de helft van de diameter, dus de straal is 4 ÷ 2 = 2 cm.</a:t>
            </a:r>
            <a:br>
              <a:rPr lang="nl-NL" sz="2800" dirty="0"/>
            </a:br>
            <a:r>
              <a:rPr lang="nl-NL" sz="400" dirty="0"/>
              <a:t> </a:t>
            </a:r>
            <a:endParaRPr lang="nl-NL" sz="2800" dirty="0"/>
          </a:p>
        </p:txBody>
      </p:sp>
      <p:sp>
        <p:nvSpPr>
          <p:cNvPr id="14" name="Ondertitel 1">
            <a:extLst>
              <a:ext uri="{FF2B5EF4-FFF2-40B4-BE49-F238E27FC236}">
                <a16:creationId xmlns:a16="http://schemas.microsoft.com/office/drawing/2014/main" id="{43BB7036-19B6-87BE-CBA0-007231C10CB3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Cirkel tekenen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75992D63-E180-CEA8-FDAF-36885BA9EB67}"/>
              </a:ext>
            </a:extLst>
          </p:cNvPr>
          <p:cNvSpPr txBox="1"/>
          <p:nvPr/>
        </p:nvSpPr>
        <p:spPr>
          <a:xfrm>
            <a:off x="1338019" y="4017819"/>
            <a:ext cx="779542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nl-NL" sz="2800" dirty="0"/>
            </a:br>
            <a:r>
              <a:rPr lang="nl-NL" sz="400" dirty="0"/>
              <a:t> </a:t>
            </a:r>
            <a:br>
              <a:rPr lang="nl-NL" sz="2800" dirty="0"/>
            </a:br>
            <a:r>
              <a:rPr lang="nl-NL" sz="2800" dirty="0"/>
              <a:t>Maak de afstand tussen de metalen punt en de potloodpunt 2 cm. Teken de cirkel.</a:t>
            </a:r>
            <a:br>
              <a:rPr lang="nl-NL" sz="2800" dirty="0"/>
            </a:br>
            <a:r>
              <a:rPr lang="nl-NL" sz="400" dirty="0"/>
              <a:t> </a:t>
            </a:r>
            <a:endParaRPr lang="nl-NL" sz="28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7B4B480F-AD2B-FD57-8724-95F9B90DD70A}"/>
              </a:ext>
            </a:extLst>
          </p:cNvPr>
          <p:cNvSpPr txBox="1"/>
          <p:nvPr/>
        </p:nvSpPr>
        <p:spPr>
          <a:xfrm>
            <a:off x="1338018" y="5543866"/>
            <a:ext cx="77954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400" dirty="0"/>
              <a:t> </a:t>
            </a:r>
            <a:r>
              <a:rPr lang="nl-NL" sz="2800" dirty="0"/>
              <a:t>Zet een stip en de hoofdletter </a:t>
            </a:r>
            <a:r>
              <a:rPr lang="nl-NL" sz="2800" i="1" dirty="0"/>
              <a:t>M</a:t>
            </a:r>
            <a:r>
              <a:rPr lang="nl-NL" sz="2800" dirty="0"/>
              <a:t> bij het middelpunt.</a:t>
            </a:r>
          </a:p>
        </p:txBody>
      </p:sp>
    </p:spTree>
    <p:extLst>
      <p:ext uri="{BB962C8B-B14F-4D97-AF65-F5344CB8AC3E}">
        <p14:creationId xmlns:p14="http://schemas.microsoft.com/office/powerpoint/2010/main" val="343754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3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1A394A4-A413-1AF6-2F2E-4AEAE129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77AB5-79FC-D60A-51EE-B86C80A246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i="1" dirty="0"/>
              <a:t>Opgave</a:t>
            </a:r>
          </a:p>
        </p:txBody>
      </p:sp>
      <p:pic>
        <p:nvPicPr>
          <p:cNvPr id="7" name="Afbeelding 6" descr="Afbeelding met cirkel, lijn, diagram&#10;&#10;Automatisch gegenereerde beschrijving">
            <a:extLst>
              <a:ext uri="{FF2B5EF4-FFF2-40B4-BE49-F238E27FC236}">
                <a16:creationId xmlns:a16="http://schemas.microsoft.com/office/drawing/2014/main" id="{1EBC090B-87A5-13F0-0721-BE6325E20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5892" y="3429000"/>
            <a:ext cx="2975944" cy="2975944"/>
          </a:xfrm>
          <a:prstGeom prst="rect">
            <a:avLst/>
          </a:prstGeom>
        </p:spPr>
      </p:pic>
      <p:sp>
        <p:nvSpPr>
          <p:cNvPr id="8" name="Tijdelijke aanduiding voor tekst 2">
            <a:extLst>
              <a:ext uri="{FF2B5EF4-FFF2-40B4-BE49-F238E27FC236}">
                <a16:creationId xmlns:a16="http://schemas.microsoft.com/office/drawing/2014/main" id="{C366983A-7E40-4AFE-AEBC-C4E3FF00A050}"/>
              </a:ext>
            </a:extLst>
          </p:cNvPr>
          <p:cNvSpPr txBox="1">
            <a:spLocks/>
          </p:cNvSpPr>
          <p:nvPr/>
        </p:nvSpPr>
        <p:spPr>
          <a:xfrm>
            <a:off x="935334" y="2562679"/>
            <a:ext cx="8776649" cy="1040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32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i="1" dirty="0"/>
              <a:t>Aanpak</a:t>
            </a:r>
          </a:p>
        </p:txBody>
      </p:sp>
      <p:sp>
        <p:nvSpPr>
          <p:cNvPr id="9" name="Tijdelijke aanduiding voor tekst 2">
            <a:extLst>
              <a:ext uri="{FF2B5EF4-FFF2-40B4-BE49-F238E27FC236}">
                <a16:creationId xmlns:a16="http://schemas.microsoft.com/office/drawing/2014/main" id="{0639A1BD-B317-281B-753E-15A2A5FB64F9}"/>
              </a:ext>
            </a:extLst>
          </p:cNvPr>
          <p:cNvSpPr txBox="1">
            <a:spLocks/>
          </p:cNvSpPr>
          <p:nvPr/>
        </p:nvSpPr>
        <p:spPr>
          <a:xfrm>
            <a:off x="8935892" y="2820453"/>
            <a:ext cx="3182128" cy="104079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>
            <a:lvl1pPr marL="0" marR="0" lvl="0" indent="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32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i="1" dirty="0"/>
              <a:t>Uitwerking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712FE31-7071-4972-FCA2-400F1C8BF102}"/>
              </a:ext>
            </a:extLst>
          </p:cNvPr>
          <p:cNvSpPr txBox="1"/>
          <p:nvPr/>
        </p:nvSpPr>
        <p:spPr>
          <a:xfrm>
            <a:off x="847408" y="1636066"/>
            <a:ext cx="10837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eriod" startAt="2"/>
            </a:pPr>
            <a:r>
              <a:rPr lang="nl-NL" sz="2800" dirty="0"/>
              <a:t>Teken een straal in de cirkel.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C0FD8B00-9D96-A9FE-5C9F-AFBF0C004B05}"/>
              </a:ext>
            </a:extLst>
          </p:cNvPr>
          <p:cNvSpPr txBox="1"/>
          <p:nvPr/>
        </p:nvSpPr>
        <p:spPr>
          <a:xfrm>
            <a:off x="847408" y="3083074"/>
            <a:ext cx="779542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lphaLcPeriod" startAt="2"/>
            </a:pPr>
            <a:r>
              <a:rPr lang="nl-NL" sz="2800" dirty="0"/>
              <a:t>Zet ergens op de cirkel een punt.</a:t>
            </a:r>
            <a:br>
              <a:rPr lang="nl-NL" sz="2800" dirty="0"/>
            </a:br>
            <a:r>
              <a:rPr lang="nl-NL" sz="2800" dirty="0"/>
              <a:t>Verbind dit punt met middelpunt </a:t>
            </a:r>
            <a:r>
              <a:rPr lang="nl-NL" sz="2800" i="1" dirty="0"/>
              <a:t>M</a:t>
            </a:r>
            <a:r>
              <a:rPr lang="nl-NL" sz="2800" dirty="0"/>
              <a:t>.</a:t>
            </a:r>
          </a:p>
        </p:txBody>
      </p:sp>
      <p:cxnSp>
        <p:nvCxnSpPr>
          <p:cNvPr id="5" name="Rechte verbindingslijn 4">
            <a:extLst>
              <a:ext uri="{FF2B5EF4-FFF2-40B4-BE49-F238E27FC236}">
                <a16:creationId xmlns:a16="http://schemas.microsoft.com/office/drawing/2014/main" id="{95E87E03-4473-84AB-1067-1CA3FEDDB520}"/>
              </a:ext>
            </a:extLst>
          </p:cNvPr>
          <p:cNvCxnSpPr>
            <a:cxnSpLocks/>
            <a:endCxn id="7" idx="3"/>
          </p:cNvCxnSpPr>
          <p:nvPr/>
        </p:nvCxnSpPr>
        <p:spPr>
          <a:xfrm>
            <a:off x="10423864" y="4916972"/>
            <a:ext cx="1487972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Ondertitel 1">
            <a:extLst>
              <a:ext uri="{FF2B5EF4-FFF2-40B4-BE49-F238E27FC236}">
                <a16:creationId xmlns:a16="http://schemas.microsoft.com/office/drawing/2014/main" id="{F322E6F5-18FD-BCD0-812C-DB7FA5FA4BBF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Voorbeeld Cirkel tekenen</a:t>
            </a:r>
          </a:p>
        </p:txBody>
      </p:sp>
    </p:spTree>
    <p:extLst>
      <p:ext uri="{BB962C8B-B14F-4D97-AF65-F5344CB8AC3E}">
        <p14:creationId xmlns:p14="http://schemas.microsoft.com/office/powerpoint/2010/main" val="2949782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7" y="1112400"/>
            <a:ext cx="6562013" cy="739260"/>
          </a:xfrm>
        </p:spPr>
        <p:txBody>
          <a:bodyPr/>
          <a:lstStyle/>
          <a:p>
            <a:r>
              <a:rPr lang="nl-NL" dirty="0"/>
              <a:t>Testopgave Cirkel tekenen (blz. 51)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7657747" cy="4186752"/>
          </a:xfrm>
        </p:spPr>
        <p:txBody>
          <a:bodyPr/>
          <a:lstStyle/>
          <a:p>
            <a:r>
              <a:rPr lang="nl-NL" dirty="0"/>
              <a:t>Teken een cirkel met middelpunt </a:t>
            </a:r>
            <a:r>
              <a:rPr lang="nl-NL" i="1" dirty="0"/>
              <a:t>M</a:t>
            </a:r>
            <a:r>
              <a:rPr lang="nl-NL" dirty="0"/>
              <a:t> en een diameter van 6 cm.</a:t>
            </a:r>
          </a:p>
          <a:p>
            <a:r>
              <a:rPr lang="nl-NL" dirty="0"/>
              <a:t>Teken een diameter in de cirkel. </a:t>
            </a:r>
          </a:p>
        </p:txBody>
      </p:sp>
    </p:spTree>
    <p:extLst>
      <p:ext uri="{BB962C8B-B14F-4D97-AF65-F5344CB8AC3E}">
        <p14:creationId xmlns:p14="http://schemas.microsoft.com/office/powerpoint/2010/main" val="1386777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501628" cy="739260"/>
          </a:xfrm>
        </p:spPr>
        <p:txBody>
          <a:bodyPr/>
          <a:lstStyle/>
          <a:p>
            <a:r>
              <a:rPr lang="nl-NL" dirty="0"/>
              <a:t>Testopgave Cirkel tekenen (blz. 51)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7657747" cy="1577340"/>
          </a:xfrm>
        </p:spPr>
        <p:txBody>
          <a:bodyPr/>
          <a:lstStyle/>
          <a:p>
            <a:r>
              <a:rPr lang="nl-NL" dirty="0"/>
              <a:t>Teken een cirkel met middelpunt </a:t>
            </a:r>
            <a:r>
              <a:rPr lang="nl-NL" i="1" dirty="0"/>
              <a:t>M</a:t>
            </a:r>
            <a:r>
              <a:rPr lang="nl-NL" dirty="0"/>
              <a:t> en een diameter van 6 cm.</a:t>
            </a:r>
          </a:p>
          <a:p>
            <a:r>
              <a:rPr lang="nl-NL" dirty="0"/>
              <a:t>Teken een diameter in de cirkel.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C0B7F9A-065A-7122-B05F-B637CD08E8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567632" y="2586052"/>
            <a:ext cx="4089377" cy="4089377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4C929185-EC46-97BE-DF0B-2E1F393C97F4}"/>
              </a:ext>
            </a:extLst>
          </p:cNvPr>
          <p:cNvSpPr txBox="1"/>
          <p:nvPr/>
        </p:nvSpPr>
        <p:spPr>
          <a:xfrm>
            <a:off x="391353" y="1997067"/>
            <a:ext cx="816484" cy="2215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dirty="0">
                <a:solidFill>
                  <a:srgbClr val="FF0000"/>
                </a:solidFill>
              </a:rPr>
              <a:t>2p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76872E1-EE99-2C9A-5AAA-6FD48AB6BD45}"/>
              </a:ext>
            </a:extLst>
          </p:cNvPr>
          <p:cNvSpPr txBox="1"/>
          <p:nvPr/>
        </p:nvSpPr>
        <p:spPr>
          <a:xfrm>
            <a:off x="391353" y="2985842"/>
            <a:ext cx="816484" cy="2215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430C1D75-7410-1F26-4B1E-2989EF5F0130}"/>
              </a:ext>
            </a:extLst>
          </p:cNvPr>
          <p:cNvCxnSpPr>
            <a:cxnSpLocks/>
          </p:cNvCxnSpPr>
          <p:nvPr/>
        </p:nvCxnSpPr>
        <p:spPr>
          <a:xfrm rot="-1260000" flipV="1">
            <a:off x="8843010" y="3303270"/>
            <a:ext cx="1539240" cy="265938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al 7">
            <a:extLst>
              <a:ext uri="{FF2B5EF4-FFF2-40B4-BE49-F238E27FC236}">
                <a16:creationId xmlns:a16="http://schemas.microsoft.com/office/drawing/2014/main" id="{76EBA4A7-14D5-8FB0-3895-1082FDE05FAA}"/>
              </a:ext>
            </a:extLst>
          </p:cNvPr>
          <p:cNvSpPr/>
          <p:nvPr/>
        </p:nvSpPr>
        <p:spPr>
          <a:xfrm>
            <a:off x="9582761" y="4596226"/>
            <a:ext cx="69178" cy="6626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1417639" y="3812297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1</a:t>
            </a:r>
            <a:endParaRPr lang="nl-NL" dirty="0"/>
          </a:p>
          <a:p>
            <a:r>
              <a:rPr lang="nl-NL" dirty="0"/>
              <a:t>2</a:t>
            </a:r>
          </a:p>
          <a:p>
            <a:r>
              <a:rPr lang="nl-N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9419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8" grpId="0" animBg="1"/>
      <p:bldP spid="3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4C4E7A-E4B6-4A32-8CEB-6FECCB43B894}">
  <ds:schemaRefs>
    <ds:schemaRef ds:uri="http://purl.org/dc/dcmitype/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271569a7-1784-4b50-bede-f81c246730b5"/>
    <ds:schemaRef ds:uri="d27e653b-d318-4ef3-ba38-8d23e212adcb"/>
    <ds:schemaRef ds:uri="http://schemas.openxmlformats.org/package/2006/metadata/core-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00AA68A-AD4F-47F6-8D34-514D5CF1F2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vFF_GR14_BasisPowerPoint</Template>
  <TotalTime>107</TotalTime>
  <Words>407</Words>
  <Application>Microsoft Office PowerPoint</Application>
  <PresentationFormat>Breedbeeld</PresentationFormat>
  <Paragraphs>86</Paragraphs>
  <Slides>12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12</vt:i4>
      </vt:variant>
    </vt:vector>
  </HeadingPairs>
  <TitlesOfParts>
    <vt:vector size="17" baseType="lpstr">
      <vt:lpstr>Tahoma</vt:lpstr>
      <vt:lpstr>Times New Roman</vt:lpstr>
      <vt:lpstr>Arial</vt:lpstr>
      <vt:lpstr>Calibri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Hendrik Jan Smit</dc:creator>
  <dc:description/>
  <cp:lastModifiedBy>Hendrik Jan Smit</cp:lastModifiedBy>
  <cp:revision>20</cp:revision>
  <dcterms:created xsi:type="dcterms:W3CDTF">2025-10-30T15:30:24Z</dcterms:created>
  <dcterms:modified xsi:type="dcterms:W3CDTF">2026-01-21T14:02:58Z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