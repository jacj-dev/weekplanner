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60" r:id="rId5"/>
    <p:sldId id="267" r:id="rId6"/>
    <p:sldId id="274" r:id="rId7"/>
    <p:sldId id="275" r:id="rId8"/>
    <p:sldId id="276" r:id="rId9"/>
    <p:sldId id="277" r:id="rId10"/>
    <p:sldId id="278" r:id="rId11"/>
    <p:sldId id="269" r:id="rId12"/>
    <p:sldId id="279" r:id="rId13"/>
    <p:sldId id="272" r:id="rId14"/>
  </p:sldIdLst>
  <p:sldSz cx="12192000" cy="6858000"/>
  <p:notesSz cx="6858000" cy="9144000"/>
  <p:embeddedFontLst>
    <p:embeddedFont>
      <p:font typeface="Tahoma" panose="020B0604030504040204" pitchFamily="34" charset="0"/>
      <p:regular r:id="rId17"/>
      <p:bold r:id="rId18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D8D"/>
    <a:srgbClr val="9DC3E6"/>
    <a:srgbClr val="FFFF00"/>
    <a:srgbClr val="92D050"/>
    <a:srgbClr val="F9B000"/>
    <a:srgbClr val="A97D7E"/>
    <a:srgbClr val="EAEECD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9782EF-FF79-4666-A98D-0E50E7E160E3}" v="1" dt="2026-02-24T08:20:19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2"/>
  </p:normalViewPr>
  <p:slideViewPr>
    <p:cSldViewPr snapToGrid="0" snapToObjects="1">
      <p:cViewPr>
        <p:scale>
          <a:sx n="100" d="100"/>
          <a:sy n="100" d="100"/>
        </p:scale>
        <p:origin x="990" y="72"/>
      </p:cViewPr>
      <p:guideLst>
        <p:guide orient="horz" pos="259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drik Jan Smit" userId="5571e904-965a-470c-bee8-b4b564478074" providerId="ADAL" clId="{BD37BEB9-B105-435B-9301-E572C87D9C9A}"/>
    <pc:docChg chg="custSel modSld">
      <pc:chgData name="Hendrik Jan Smit" userId="5571e904-965a-470c-bee8-b4b564478074" providerId="ADAL" clId="{BD37BEB9-B105-435B-9301-E572C87D9C9A}" dt="2026-02-10T13:30:09.533" v="7" actId="478"/>
      <pc:docMkLst>
        <pc:docMk/>
      </pc:docMkLst>
      <pc:sldChg chg="delSp mod">
        <pc:chgData name="Hendrik Jan Smit" userId="5571e904-965a-470c-bee8-b4b564478074" providerId="ADAL" clId="{BD37BEB9-B105-435B-9301-E572C87D9C9A}" dt="2026-02-10T13:30:09.533" v="7" actId="478"/>
        <pc:sldMkLst>
          <pc:docMk/>
          <pc:sldMk cId="3047049240" sldId="279"/>
        </pc:sldMkLst>
      </pc:sldChg>
    </pc:docChg>
  </pc:docChgLst>
  <pc:docChgLst>
    <pc:chgData name="David Hoksbergen" userId="fea57724-933b-4009-85de-d6e631dbc231" providerId="ADAL" clId="{0593DD17-017D-4879-923D-48F6DB4E361D}"/>
    <pc:docChg chg="modSld">
      <pc:chgData name="David Hoksbergen" userId="fea57724-933b-4009-85de-d6e631dbc231" providerId="ADAL" clId="{0593DD17-017D-4879-923D-48F6DB4E361D}" dt="2026-02-24T08:20:49.295" v="10" actId="1076"/>
      <pc:docMkLst>
        <pc:docMk/>
      </pc:docMkLst>
      <pc:sldChg chg="modSp mod">
        <pc:chgData name="David Hoksbergen" userId="fea57724-933b-4009-85de-d6e631dbc231" providerId="ADAL" clId="{0593DD17-017D-4879-923D-48F6DB4E361D}" dt="2026-02-24T08:20:49.295" v="10" actId="1076"/>
        <pc:sldMkLst>
          <pc:docMk/>
          <pc:sldMk cId="105504778" sldId="272"/>
        </pc:sldMkLst>
        <pc:spChg chg="mod">
          <ac:chgData name="David Hoksbergen" userId="fea57724-933b-4009-85de-d6e631dbc231" providerId="ADAL" clId="{0593DD17-017D-4879-923D-48F6DB4E361D}" dt="2026-02-24T08:20:49.295" v="10" actId="1076"/>
          <ac:spMkLst>
            <pc:docMk/>
            <pc:sldMk cId="105504778" sldId="272"/>
            <ac:spMk id="3" creationId="{BCAA11ED-2B4B-CB24-55A5-06128308C772}"/>
          </ac:spMkLst>
        </pc:spChg>
        <pc:spChg chg="mod">
          <ac:chgData name="David Hoksbergen" userId="fea57724-933b-4009-85de-d6e631dbc231" providerId="ADAL" clId="{0593DD17-017D-4879-923D-48F6DB4E361D}" dt="2026-02-24T08:20:13.430" v="0" actId="208"/>
          <ac:spMkLst>
            <pc:docMk/>
            <pc:sldMk cId="105504778" sldId="272"/>
            <ac:spMk id="10" creationId="{A6736AA0-07EE-5F5D-7114-E5130011C8A3}"/>
          </ac:spMkLst>
        </pc:spChg>
        <pc:spChg chg="mod">
          <ac:chgData name="David Hoksbergen" userId="fea57724-933b-4009-85de-d6e631dbc231" providerId="ADAL" clId="{0593DD17-017D-4879-923D-48F6DB4E361D}" dt="2026-02-24T08:20:13.430" v="0" actId="208"/>
          <ac:spMkLst>
            <pc:docMk/>
            <pc:sldMk cId="105504778" sldId="272"/>
            <ac:spMk id="11" creationId="{66B69794-B2B9-1815-E06D-8B752E543F9A}"/>
          </ac:spMkLst>
        </pc:spChg>
        <pc:spChg chg="mod">
          <ac:chgData name="David Hoksbergen" userId="fea57724-933b-4009-85de-d6e631dbc231" providerId="ADAL" clId="{0593DD17-017D-4879-923D-48F6DB4E361D}" dt="2026-02-24T08:20:13.430" v="0" actId="208"/>
          <ac:spMkLst>
            <pc:docMk/>
            <pc:sldMk cId="105504778" sldId="272"/>
            <ac:spMk id="12" creationId="{59818EEE-E256-3834-7C0F-0A46A841D6E6}"/>
          </ac:spMkLst>
        </pc:spChg>
        <pc:spChg chg="mod">
          <ac:chgData name="David Hoksbergen" userId="fea57724-933b-4009-85de-d6e631dbc231" providerId="ADAL" clId="{0593DD17-017D-4879-923D-48F6DB4E361D}" dt="2026-02-24T08:20:19.943" v="1" actId="207"/>
          <ac:spMkLst>
            <pc:docMk/>
            <pc:sldMk cId="105504778" sldId="272"/>
            <ac:spMk id="13" creationId="{67C49E33-9407-4666-DA71-45A03BA8C90A}"/>
          </ac:spMkLst>
        </pc:spChg>
        <pc:spChg chg="mod">
          <ac:chgData name="David Hoksbergen" userId="fea57724-933b-4009-85de-d6e631dbc231" providerId="ADAL" clId="{0593DD17-017D-4879-923D-48F6DB4E361D}" dt="2026-02-24T08:20:19.943" v="1" actId="207"/>
          <ac:spMkLst>
            <pc:docMk/>
            <pc:sldMk cId="105504778" sldId="272"/>
            <ac:spMk id="14" creationId="{07FBC949-EF72-7344-E785-5E6EC8C3E8E2}"/>
          </ac:spMkLst>
        </pc:spChg>
        <pc:spChg chg="mod">
          <ac:chgData name="David Hoksbergen" userId="fea57724-933b-4009-85de-d6e631dbc231" providerId="ADAL" clId="{0593DD17-017D-4879-923D-48F6DB4E361D}" dt="2026-02-24T08:20:19.943" v="1" actId="207"/>
          <ac:spMkLst>
            <pc:docMk/>
            <pc:sldMk cId="105504778" sldId="272"/>
            <ac:spMk id="15" creationId="{655C315D-0E75-6286-47F5-538B0CA35AE7}"/>
          </ac:spMkLst>
        </pc:spChg>
        <pc:spChg chg="mod">
          <ac:chgData name="David Hoksbergen" userId="fea57724-933b-4009-85de-d6e631dbc231" providerId="ADAL" clId="{0593DD17-017D-4879-923D-48F6DB4E361D}" dt="2026-02-24T08:20:19.943" v="1" actId="207"/>
          <ac:spMkLst>
            <pc:docMk/>
            <pc:sldMk cId="105504778" sldId="272"/>
            <ac:spMk id="16" creationId="{ECEA74B4-B4A9-671B-4A77-C1AE08C118FE}"/>
          </ac:spMkLst>
        </pc:spChg>
        <pc:spChg chg="mod">
          <ac:chgData name="David Hoksbergen" userId="fea57724-933b-4009-85de-d6e631dbc231" providerId="ADAL" clId="{0593DD17-017D-4879-923D-48F6DB4E361D}" dt="2026-02-24T08:20:19.943" v="1" actId="207"/>
          <ac:spMkLst>
            <pc:docMk/>
            <pc:sldMk cId="105504778" sldId="272"/>
            <ac:spMk id="17" creationId="{0448FC30-C773-5960-B3EF-8399833D7275}"/>
          </ac:spMkLst>
        </pc:spChg>
        <pc:spChg chg="mod">
          <ac:chgData name="David Hoksbergen" userId="fea57724-933b-4009-85de-d6e631dbc231" providerId="ADAL" clId="{0593DD17-017D-4879-923D-48F6DB4E361D}" dt="2026-02-24T08:20:37.820" v="9" actId="1037"/>
          <ac:spMkLst>
            <pc:docMk/>
            <pc:sldMk cId="105504778" sldId="272"/>
            <ac:spMk id="18" creationId="{78B80CD3-9F66-BAB6-309B-5F85BAF469E7}"/>
          </ac:spMkLst>
        </pc:spChg>
        <pc:spChg chg="mod">
          <ac:chgData name="David Hoksbergen" userId="fea57724-933b-4009-85de-d6e631dbc231" providerId="ADAL" clId="{0593DD17-017D-4879-923D-48F6DB4E361D}" dt="2026-02-24T08:20:37.820" v="9" actId="1037"/>
          <ac:spMkLst>
            <pc:docMk/>
            <pc:sldMk cId="105504778" sldId="272"/>
            <ac:spMk id="19" creationId="{5CBDDD2B-6839-CC65-5A3B-AD4F28F7D12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1.6 Uitslagen aftekenen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nl-NL" sz="1900" b="1" dirty="0"/>
              <a:t>Theorie O Uitslag prisma aftekenen</a:t>
            </a:r>
            <a:br>
              <a:rPr lang="nl-NL" sz="1900" b="1" dirty="0"/>
            </a:br>
            <a:r>
              <a:rPr lang="nl-NL" sz="1900" b="1" dirty="0"/>
              <a:t>(vmbo-t)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334440" cy="4695189"/>
          </a:xfrm>
        </p:spPr>
        <p:txBody>
          <a:bodyPr/>
          <a:lstStyle/>
          <a:p>
            <a:r>
              <a:rPr lang="nl-NL" dirty="0"/>
              <a:t>Hoeveel zijvlakken heeft de ruimtefiguur?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629137" y="2370088"/>
            <a:ext cx="847141" cy="1387592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6216" y="1939067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81818" y="1939067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1818" y="2766884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5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81818" y="3594701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99F0AF0-B2B2-0733-FB6A-3D651FE57C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1818" y="4422518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7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76688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59470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BE99773-320D-7F48-02E6-52BDE37FBB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6216" y="442251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 descr="Afbeelding met lijn, driehoek, diagram&#10;&#10;Door AI gegenereerde inhoud is mogelijk onjuist.">
            <a:extLst>
              <a:ext uri="{FF2B5EF4-FFF2-40B4-BE49-F238E27FC236}">
                <a16:creationId xmlns:a16="http://schemas.microsoft.com/office/drawing/2014/main" id="{7E16F83B-FE43-4545-61DA-5ED36A961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450" y="2136518"/>
            <a:ext cx="3625623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7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1E592-E84A-353E-79D5-664A6C490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933AF54-7BBF-36FF-5D64-67E584A6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E8BFD4A-1D8E-881E-B0FF-E32221A48D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334440" cy="4695189"/>
          </a:xfrm>
        </p:spPr>
        <p:txBody>
          <a:bodyPr/>
          <a:lstStyle/>
          <a:p>
            <a:r>
              <a:rPr lang="nl-NL" dirty="0"/>
              <a:t>Hoeveel hoekpunten heeft de ruimtefiguur?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62DEC99-00E9-A650-0EFC-1F2514F906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622489" y="3948214"/>
            <a:ext cx="964050" cy="154260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29728877-082A-3846-A2B1-3B385E49F1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6216" y="1939067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C5F72AE-679F-03A8-143B-8667BA5E09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81818" y="1939067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5625BE9C-9C9B-B750-E042-8E651A9E624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1818" y="2766884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E6A2ECF4-0065-0AB0-5AD8-78FF8CCED0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81818" y="3594701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5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24E09C98-3847-C0F8-5433-511D3A00168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1818" y="4422518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CD742A60-E2F6-1F02-4B8F-7F120AE63BC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76688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BC23D844-1528-421D-5F15-93609AC205B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59470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ABF339C5-4AF0-A13F-4A81-2076E25B91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6216" y="442251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 descr="Afbeelding met lijn, driehoek, diagram&#10;&#10;Door AI gegenereerde inhoud is mogelijk onjuist.">
            <a:extLst>
              <a:ext uri="{FF2B5EF4-FFF2-40B4-BE49-F238E27FC236}">
                <a16:creationId xmlns:a16="http://schemas.microsoft.com/office/drawing/2014/main" id="{25B8CB53-C92D-DF95-50A2-F1C3216B6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450" y="2136518"/>
            <a:ext cx="3625623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02C5-3C06-E5D1-170A-F9AE2A2F7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8DBEE37-8F60-8283-95AB-EBCD722A1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AF34569-38E8-B476-63EB-2F38A9665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334440" cy="4695189"/>
          </a:xfrm>
        </p:spPr>
        <p:txBody>
          <a:bodyPr/>
          <a:lstStyle/>
          <a:p>
            <a:r>
              <a:rPr lang="nl-NL" dirty="0"/>
              <a:t>Welk zijvlak is het grondvlak?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996EFD0-0584-EFAE-BB03-2F936DED98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352401" y="677995"/>
            <a:ext cx="1095400" cy="308237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21831A74-B619-CCC5-478C-0EFC3EC3A3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6216" y="1939067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628FA3E3-EC34-F45A-C0DF-9B23EBD383A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81818" y="1939067"/>
            <a:ext cx="290672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zijvlak </a:t>
            </a:r>
            <a:r>
              <a:rPr lang="nl-NL" i="1" dirty="0">
                <a:latin typeface="+mn-lt"/>
              </a:rPr>
              <a:t>GHI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84202BFE-C439-86A2-B97F-3BF38766CDE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1818" y="2766884"/>
            <a:ext cx="290672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zijvlak </a:t>
            </a:r>
            <a:r>
              <a:rPr lang="nl-NL" i="1" dirty="0">
                <a:latin typeface="+mn-lt"/>
              </a:rPr>
              <a:t>GDFI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1451E1C6-429E-90F0-80F3-FAC7CB6E92D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81818" y="3594701"/>
            <a:ext cx="323118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zijvlak </a:t>
            </a:r>
            <a:r>
              <a:rPr lang="nl-NL" i="1" dirty="0">
                <a:latin typeface="+mn-lt"/>
              </a:rPr>
              <a:t>GDEH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8F6CBAA8-940F-E8E3-0DC7-D585D147838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1818" y="4422518"/>
            <a:ext cx="330001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zijvlak </a:t>
            </a:r>
            <a:r>
              <a:rPr lang="nl-NL" i="1" dirty="0">
                <a:latin typeface="+mn-lt"/>
              </a:rPr>
              <a:t>DEHG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5834F6DE-B6EB-5D5B-9562-C0A6026415D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76688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93B98F02-3794-59B9-2C04-5F543A2A183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59470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0F9D4365-5C82-7987-34B6-1DE2942B38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6216" y="442251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47B106C-0CCA-1D74-416A-9D3560CE7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89439" y="2136518"/>
            <a:ext cx="349964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4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5E0E4-28E4-3CF2-0204-029FC616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1C19C64-F899-1103-C405-09532036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481901B-B57D-387A-5A5B-297B9DFE09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334440" cy="4695189"/>
          </a:xfrm>
        </p:spPr>
        <p:txBody>
          <a:bodyPr/>
          <a:lstStyle/>
          <a:p>
            <a:r>
              <a:rPr lang="nl-NL" dirty="0"/>
              <a:t>Hoeveel zijvlakken heeft de ruimtefiguur?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E7F81DF-4811-61C4-255B-3EEF87B424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622489" y="3139721"/>
            <a:ext cx="964050" cy="154260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A1B5F73-23AE-C13B-08CE-36D3B6787F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6216" y="1939067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6C9EB7A-332D-7338-9122-39DFC3BA72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81818" y="1939067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BCCCC6A-85D5-CDEC-55BF-42BA5A103D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1818" y="2766884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7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F3DE22CB-D99D-4648-71A5-66F93D3B31D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81818" y="3594701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8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3999AFF0-CE06-C62B-F016-3413F5030F8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1818" y="4422518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9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0EEDAC52-FF64-10CF-7ED7-EE6B91495AB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76688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25524478-CB06-76DE-C9CB-051531A255E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59470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14839129-AC01-0271-0899-D362FFDA44A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6216" y="442251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5A08159-453E-321D-1BFA-06A5DB500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15412" y="2136518"/>
            <a:ext cx="264769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7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D7532-9A30-8A0E-E642-E8ADC16A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7BB3F54-AEE2-AD6F-D20E-7E1DBA9B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8BB26F6-49B0-2BC3-85A5-3C0092296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334440" cy="4695189"/>
          </a:xfrm>
        </p:spPr>
        <p:txBody>
          <a:bodyPr/>
          <a:lstStyle/>
          <a:p>
            <a:r>
              <a:rPr lang="nl-NL" dirty="0"/>
              <a:t>Hoeveel hoekpunten heeft de ruimtefiguur?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6364F6E-EA88-7E53-40E5-826836C0F9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646966" y="3948214"/>
            <a:ext cx="964050" cy="154260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2566EC32-22BE-1D06-1D32-8DFE84CE0D4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6216" y="1939067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1CC8437-BCEA-5293-87DE-84F2F229516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81818" y="1939067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E6A1DD5-DFEF-D544-6006-DFDB37DE9CD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1818" y="2766884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8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1DB3EB20-EB71-C3A7-5820-61AAA71BF3E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81818" y="3594701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10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F657A0-63A5-E7ED-7967-DA71D623F4F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1818" y="4422518"/>
            <a:ext cx="5940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12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E9CF9426-E7A7-A2AB-6846-B6394C479FF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76688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6E21EDDD-06A9-D383-EF1D-A6D30974CD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59470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25C9D3B-EA52-E515-8A82-DFFE941B025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6216" y="442251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0C7C2E2-E072-EB06-FFE7-EF466784B3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15412" y="2136518"/>
            <a:ext cx="264769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27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BBCB-19D4-9171-F150-583BA73F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28BD9F-3519-53D2-6539-D87665065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0D9189A-DA26-678B-ED47-348C72E54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7334440" cy="4695189"/>
          </a:xfrm>
        </p:spPr>
        <p:txBody>
          <a:bodyPr/>
          <a:lstStyle/>
          <a:p>
            <a:r>
              <a:rPr lang="nl-NL" dirty="0"/>
              <a:t>Welk zijvlak is het grondvlak?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8A6B0A-F05C-3B47-905C-47D4092AF6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749694" y="1067306"/>
            <a:ext cx="1095400" cy="399860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1C7470A-845B-2FC6-798C-9685FA1F00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6216" y="1939067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427E14AB-B286-48B0-97A4-42ED3A6E31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81818" y="1939067"/>
            <a:ext cx="290672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zijvlak </a:t>
            </a:r>
            <a:r>
              <a:rPr lang="nl-NL" i="1" dirty="0">
                <a:latin typeface="+mn-lt"/>
              </a:rPr>
              <a:t>KLRQ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BE2521F-ACBF-D2A5-73F4-9F55556945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81818" y="2766884"/>
            <a:ext cx="290672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zijvlak </a:t>
            </a:r>
            <a:r>
              <a:rPr lang="nl-NL" i="1" dirty="0">
                <a:latin typeface="+mn-lt"/>
              </a:rPr>
              <a:t>KLMNOP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651C4717-6E15-EFA8-2E0C-8EF0AEB50C9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81818" y="3594701"/>
            <a:ext cx="323118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zijvlak </a:t>
            </a:r>
            <a:r>
              <a:rPr lang="nl-NL" i="1" dirty="0">
                <a:latin typeface="+mn-lt"/>
              </a:rPr>
              <a:t>VRQTSU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67F7D266-3C00-2E01-C1A6-C9A8507232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1818" y="4422518"/>
            <a:ext cx="330001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zijvlak </a:t>
            </a:r>
            <a:r>
              <a:rPr lang="nl-NL" i="1" dirty="0">
                <a:latin typeface="+mn-lt"/>
              </a:rPr>
              <a:t>SMNT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FE66B792-42DE-FFEA-5706-F7BC0CB0CD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76688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45A1DD33-2FEE-CE64-A336-A70395479E3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59470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DF2E3A3A-20FF-6030-DE81-383D687575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6216" y="442251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7B655DA6-FFF1-D065-2EA5-28841BADB2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44193" y="2136518"/>
            <a:ext cx="2590137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3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1"/>
            <a:ext cx="11079118" cy="4411874"/>
          </a:xfrm>
        </p:spPr>
        <p:txBody>
          <a:bodyPr/>
          <a:lstStyle/>
          <a:p>
            <a:r>
              <a:rPr lang="nl-NL" dirty="0"/>
              <a:t>Hieronder zie je een prisma en daarnaast een uitslag.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Bij de hoekpunten van het prisma staan letters.</a:t>
            </a:r>
          </a:p>
          <a:p>
            <a:r>
              <a:rPr lang="nl-NL" dirty="0"/>
              <a:t>Daarom staan er ook letters bij de hoekpunten van de uitslagen.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6A7B794-965D-1279-EF67-D47BAD184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411" y="5527545"/>
            <a:ext cx="10882473" cy="429567"/>
          </a:xfrm>
        </p:spPr>
        <p:txBody>
          <a:bodyPr/>
          <a:lstStyle/>
          <a:p>
            <a:r>
              <a:rPr lang="nl-NL" b="1" dirty="0"/>
              <a:t>Leerdoel</a:t>
            </a:r>
            <a:r>
              <a:rPr lang="nl-NL" dirty="0"/>
              <a:t>  Je kunt een uitslag van een prisma aftekenen en letters bij de hoekpunten zetten.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D8B02B8E-AA78-8A42-0D17-5B4B843BB3A0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7669652" cy="46486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O Uitslag prisma aftekenen (vmbo-t)</a:t>
            </a:r>
          </a:p>
        </p:txBody>
      </p:sp>
      <p:pic>
        <p:nvPicPr>
          <p:cNvPr id="5" name="Afbeelding 4" descr="Afbeelding met diagram, lijn, origami&#10;&#10;Door AI gegenereerde inhoud is mogelijk onjuist.">
            <a:extLst>
              <a:ext uri="{FF2B5EF4-FFF2-40B4-BE49-F238E27FC236}">
                <a16:creationId xmlns:a16="http://schemas.microsoft.com/office/drawing/2014/main" id="{FECAB54F-673E-44E0-3FDD-F2B60AAAA3C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411" y="1738792"/>
            <a:ext cx="6244977" cy="27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515543"/>
            <a:ext cx="6393970" cy="739260"/>
          </a:xfrm>
        </p:spPr>
        <p:txBody>
          <a:bodyPr/>
          <a:lstStyle/>
          <a:p>
            <a:r>
              <a:rPr lang="nl-NL" dirty="0"/>
              <a:t>Testopgave Uitslag prisma (blz. 70)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94577"/>
            <a:ext cx="9387304" cy="4001432"/>
          </a:xfrm>
        </p:spPr>
        <p:txBody>
          <a:bodyPr/>
          <a:lstStyle/>
          <a:p>
            <a:r>
              <a:rPr lang="nl-NL" dirty="0"/>
              <a:t>Teken de uitslag verder af.</a:t>
            </a:r>
          </a:p>
          <a:p>
            <a:r>
              <a:rPr lang="nl-NL" dirty="0"/>
              <a:t>Zet letters bij alle hoekpunten van de uitslag.</a:t>
            </a:r>
          </a:p>
        </p:txBody>
      </p:sp>
      <p:pic>
        <p:nvPicPr>
          <p:cNvPr id="4" name="Afbeelding 3" descr="Afbeelding met lijn, driehoek, diagram&#10;&#10;Door AI gegenereerde inhoud is mogelijk onjuist.">
            <a:extLst>
              <a:ext uri="{FF2B5EF4-FFF2-40B4-BE49-F238E27FC236}">
                <a16:creationId xmlns:a16="http://schemas.microsoft.com/office/drawing/2014/main" id="{298866A5-2BA3-4429-2887-6F243B521CA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33418" y="3309716"/>
            <a:ext cx="3697553" cy="2736000"/>
          </a:xfrm>
          <a:prstGeom prst="rect">
            <a:avLst/>
          </a:prstGeom>
        </p:spPr>
      </p:pic>
      <p:pic>
        <p:nvPicPr>
          <p:cNvPr id="8" name="Afbeelding 7" descr="Afbeelding met diagram, lijn, Perceel, Rechthoek&#10;&#10;Door AI gegenereerde inhoud is mogelijk onjuist.">
            <a:extLst>
              <a:ext uri="{FF2B5EF4-FFF2-40B4-BE49-F238E27FC236}">
                <a16:creationId xmlns:a16="http://schemas.microsoft.com/office/drawing/2014/main" id="{74B52E54-31BD-776C-1483-3F6319FF90A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77013" y="2931429"/>
            <a:ext cx="4494460" cy="3744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B791902-7DBB-C000-4D6C-9C348EC5C8D3}"/>
              </a:ext>
            </a:extLst>
          </p:cNvPr>
          <p:cNvSpPr txBox="1"/>
          <p:nvPr/>
        </p:nvSpPr>
        <p:spPr>
          <a:xfrm>
            <a:off x="766917" y="915848"/>
            <a:ext cx="898668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Hieronder zie je het begin van een uitslag van prisma </a:t>
            </a:r>
            <a:r>
              <a:rPr kumimoji="0" lang="nl-NL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KLM NOP</a:t>
            </a: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7049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515543"/>
            <a:ext cx="6357394" cy="739260"/>
          </a:xfrm>
        </p:spPr>
        <p:txBody>
          <a:bodyPr/>
          <a:lstStyle/>
          <a:p>
            <a:r>
              <a:rPr lang="nl-NL" dirty="0"/>
              <a:t>Testopgave Uitslag prisma (blz. 70)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94577"/>
            <a:ext cx="9387304" cy="4001432"/>
          </a:xfrm>
        </p:spPr>
        <p:txBody>
          <a:bodyPr/>
          <a:lstStyle/>
          <a:p>
            <a:r>
              <a:rPr lang="nl-NL" dirty="0"/>
              <a:t>Teken de uitslag verder af.</a:t>
            </a:r>
          </a:p>
          <a:p>
            <a:r>
              <a:rPr lang="nl-NL" dirty="0"/>
              <a:t>Zet letters bij alle hoekpunten van de uitslag.</a:t>
            </a:r>
          </a:p>
        </p:txBody>
      </p:sp>
      <p:pic>
        <p:nvPicPr>
          <p:cNvPr id="4" name="Afbeelding 3" descr="Afbeelding met lijn, driehoek, diagram&#10;&#10;Door AI gegenereerde inhoud is mogelijk onjuist.">
            <a:extLst>
              <a:ext uri="{FF2B5EF4-FFF2-40B4-BE49-F238E27FC236}">
                <a16:creationId xmlns:a16="http://schemas.microsoft.com/office/drawing/2014/main" id="{298866A5-2BA3-4429-2887-6F243B521CA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33418" y="3309716"/>
            <a:ext cx="3697553" cy="2736000"/>
          </a:xfrm>
          <a:prstGeom prst="rect">
            <a:avLst/>
          </a:prstGeom>
        </p:spPr>
      </p:pic>
      <p:pic>
        <p:nvPicPr>
          <p:cNvPr id="8" name="Afbeelding 7" descr="Afbeelding met diagram, lijn, Perceel, Rechthoek&#10;&#10;Door AI gegenereerde inhoud is mogelijk onjuist.">
            <a:extLst>
              <a:ext uri="{FF2B5EF4-FFF2-40B4-BE49-F238E27FC236}">
                <a16:creationId xmlns:a16="http://schemas.microsoft.com/office/drawing/2014/main" id="{74B52E54-31BD-776C-1483-3F6319FF90A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77013" y="2931429"/>
            <a:ext cx="4494460" cy="3744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B791902-7DBB-C000-4D6C-9C348EC5C8D3}"/>
              </a:ext>
            </a:extLst>
          </p:cNvPr>
          <p:cNvSpPr txBox="1"/>
          <p:nvPr/>
        </p:nvSpPr>
        <p:spPr>
          <a:xfrm>
            <a:off x="766917" y="915848"/>
            <a:ext cx="898668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Hieronder zie je het begin van een uitslag van prisma </a:t>
            </a:r>
            <a:r>
              <a:rPr kumimoji="0" lang="nl-NL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KLM NOP</a:t>
            </a:r>
            <a:r>
              <a:rPr kumimoji="0" lang="nl-NL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.</a:t>
            </a:r>
          </a:p>
        </p:txBody>
      </p:sp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A6736AA0-07EE-5F5D-7114-E5130011C8A3}"/>
              </a:ext>
            </a:extLst>
          </p:cNvPr>
          <p:cNvSpPr/>
          <p:nvPr/>
        </p:nvSpPr>
        <p:spPr>
          <a:xfrm flipV="1">
            <a:off x="3337200" y="5328000"/>
            <a:ext cx="1339200" cy="878875"/>
          </a:xfrm>
          <a:prstGeom prst="triangl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66B69794-B2B9-1815-E06D-8B752E543F9A}"/>
              </a:ext>
            </a:extLst>
          </p:cNvPr>
          <p:cNvSpPr/>
          <p:nvPr/>
        </p:nvSpPr>
        <p:spPr>
          <a:xfrm>
            <a:off x="4676400" y="3978000"/>
            <a:ext cx="1114800" cy="1353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59818EEE-E256-3834-7C0F-0A46A841D6E6}"/>
              </a:ext>
            </a:extLst>
          </p:cNvPr>
          <p:cNvSpPr/>
          <p:nvPr/>
        </p:nvSpPr>
        <p:spPr>
          <a:xfrm>
            <a:off x="5791200" y="3978000"/>
            <a:ext cx="1126800" cy="1353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67C49E33-9407-4666-DA71-45A03BA8C90A}"/>
              </a:ext>
            </a:extLst>
          </p:cNvPr>
          <p:cNvSpPr txBox="1"/>
          <p:nvPr/>
        </p:nvSpPr>
        <p:spPr>
          <a:xfrm>
            <a:off x="3803289" y="6185090"/>
            <a:ext cx="54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07FBC949-EF72-7344-E785-5E6EC8C3E8E2}"/>
              </a:ext>
            </a:extLst>
          </p:cNvPr>
          <p:cNvSpPr txBox="1"/>
          <p:nvPr/>
        </p:nvSpPr>
        <p:spPr>
          <a:xfrm>
            <a:off x="5631399" y="3741404"/>
            <a:ext cx="54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655C315D-0E75-6286-47F5-538B0CA35AE7}"/>
              </a:ext>
            </a:extLst>
          </p:cNvPr>
          <p:cNvSpPr txBox="1"/>
          <p:nvPr/>
        </p:nvSpPr>
        <p:spPr>
          <a:xfrm>
            <a:off x="6856784" y="3734779"/>
            <a:ext cx="54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ECEA74B4-B4A9-671B-4A77-C1AE08C118FE}"/>
              </a:ext>
            </a:extLst>
          </p:cNvPr>
          <p:cNvSpPr txBox="1"/>
          <p:nvPr/>
        </p:nvSpPr>
        <p:spPr>
          <a:xfrm>
            <a:off x="6851650" y="5253794"/>
            <a:ext cx="54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0448FC30-C773-5960-B3EF-8399833D7275}"/>
              </a:ext>
            </a:extLst>
          </p:cNvPr>
          <p:cNvSpPr txBox="1"/>
          <p:nvPr/>
        </p:nvSpPr>
        <p:spPr>
          <a:xfrm>
            <a:off x="5631399" y="5277963"/>
            <a:ext cx="54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78B80CD3-9F66-BAB6-309B-5F85BAF469E7}"/>
              </a:ext>
            </a:extLst>
          </p:cNvPr>
          <p:cNvSpPr txBox="1"/>
          <p:nvPr/>
        </p:nvSpPr>
        <p:spPr>
          <a:xfrm>
            <a:off x="326495" y="1968864"/>
            <a:ext cx="543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2p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5CBDDD2B-6839-CC65-5A3B-AD4F28F7D12B}"/>
              </a:ext>
            </a:extLst>
          </p:cNvPr>
          <p:cNvSpPr txBox="1"/>
          <p:nvPr/>
        </p:nvSpPr>
        <p:spPr>
          <a:xfrm>
            <a:off x="326495" y="2491435"/>
            <a:ext cx="543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3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534991" y="5169018"/>
            <a:ext cx="2016928" cy="1037857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</a:t>
            </a:r>
            <a:r>
              <a:rPr lang="nl-N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1</a:t>
            </a:r>
            <a:endParaRPr lang="nl-NL" dirty="0"/>
          </a:p>
          <a:p>
            <a:r>
              <a:rPr lang="nl-NL" dirty="0"/>
              <a:t>2</a:t>
            </a:r>
          </a:p>
          <a:p>
            <a:r>
              <a:rPr lang="nl-NL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3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4C4E7A-E4B6-4A32-8CEB-6FECCB43B894}">
  <ds:schemaRefs>
    <ds:schemaRef ds:uri="http://purl.org/dc/dcmitype/"/>
    <ds:schemaRef ds:uri="http://schemas.openxmlformats.org/package/2006/metadata/core-properties"/>
    <ds:schemaRef ds:uri="271569a7-1784-4b50-bede-f81c246730b5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d27e653b-d318-4ef3-ba38-8d23e212adcb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20880C9-B39C-4CE5-977D-DED429DE1F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nieuw_template_vFF_GR14_BasisPowerPoint</Template>
  <TotalTime>166</TotalTime>
  <Words>288</Words>
  <Application>Microsoft Office PowerPoint</Application>
  <PresentationFormat>Breedbeeld</PresentationFormat>
  <Paragraphs>96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5" baseType="lpstr">
      <vt:lpstr>Calibri</vt:lpstr>
      <vt:lpstr>Arial</vt:lpstr>
      <vt:lpstr>Times New Roman</vt:lpstr>
      <vt:lpstr>Tahoma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Jannis Bartelds</dc:creator>
  <dc:description/>
  <cp:lastModifiedBy>David Hoksbergen</cp:lastModifiedBy>
  <cp:revision>10</cp:revision>
  <dcterms:created xsi:type="dcterms:W3CDTF">2025-11-03T11:28:45Z</dcterms:created>
  <dcterms:modified xsi:type="dcterms:W3CDTF">2026-02-24T08:20:58Z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SIP_Label_6387c02c-836c-49e4-b41d-479cb8f95848_Enabled">
    <vt:lpwstr>true</vt:lpwstr>
  </property>
  <property fmtid="{D5CDD505-2E9C-101B-9397-08002B2CF9AE}" pid="4" name="MSIP_Label_6387c02c-836c-49e4-b41d-479cb8f95848_SetDate">
    <vt:lpwstr>2025-11-17T09:18:02Z</vt:lpwstr>
  </property>
  <property fmtid="{D5CDD505-2E9C-101B-9397-08002B2CF9AE}" pid="5" name="MSIP_Label_6387c02c-836c-49e4-b41d-479cb8f95848_Method">
    <vt:lpwstr>Standard</vt:lpwstr>
  </property>
  <property fmtid="{D5CDD505-2E9C-101B-9397-08002B2CF9AE}" pid="6" name="MSIP_Label_6387c02c-836c-49e4-b41d-479cb8f95848_Name">
    <vt:lpwstr>Openbaar</vt:lpwstr>
  </property>
  <property fmtid="{D5CDD505-2E9C-101B-9397-08002B2CF9AE}" pid="7" name="MSIP_Label_6387c02c-836c-49e4-b41d-479cb8f95848_SiteId">
    <vt:lpwstr>f601c435-3967-4a0f-b104-8d8e5227d26e</vt:lpwstr>
  </property>
  <property fmtid="{D5CDD505-2E9C-101B-9397-08002B2CF9AE}" pid="8" name="MSIP_Label_6387c02c-836c-49e4-b41d-479cb8f95848_ActionId">
    <vt:lpwstr>8a4786b6-3b18-4a51-a266-8721e5308f76</vt:lpwstr>
  </property>
  <property fmtid="{D5CDD505-2E9C-101B-9397-08002B2CF9AE}" pid="9" name="MSIP_Label_6387c02c-836c-49e4-b41d-479cb8f95848_ContentBits">
    <vt:lpwstr>0</vt:lpwstr>
  </property>
  <property fmtid="{D5CDD505-2E9C-101B-9397-08002B2CF9AE}" pid="10" name="MSIP_Label_6387c02c-836c-49e4-b41d-479cb8f95848_Tag">
    <vt:lpwstr>10, 3, 0, 2</vt:lpwstr>
  </property>
  <property fmtid="{D5CDD505-2E9C-101B-9397-08002B2CF9AE}" pid="11" name="MediaServiceImageTags">
    <vt:lpwstr/>
  </property>
</Properties>
</file>